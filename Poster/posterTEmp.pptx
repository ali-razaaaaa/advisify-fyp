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1752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8A"/>
    <a:srgbClr val="0F4C81"/>
    <a:srgbClr val="14293B"/>
    <a:srgbClr val="F5F7FA"/>
    <a:srgbClr val="F0F5FA"/>
    <a:srgbClr val="1A7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" d="100"/>
          <a:sy n="11" d="100"/>
        </p:scale>
        <p:origin x="221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3140" y="7183123"/>
            <a:ext cx="25648920" cy="15280640"/>
          </a:xfrm>
        </p:spPr>
        <p:txBody>
          <a:bodyPr anchor="b"/>
          <a:lstStyle>
            <a:lvl1pPr algn="ctr">
              <a:defRPr sz="19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1900" y="23053043"/>
            <a:ext cx="22631400" cy="10596877"/>
          </a:xfrm>
        </p:spPr>
        <p:txBody>
          <a:bodyPr/>
          <a:lstStyle>
            <a:lvl1pPr marL="0" indent="0" algn="ctr">
              <a:buNone/>
              <a:defRPr sz="7920"/>
            </a:lvl1pPr>
            <a:lvl2pPr marL="1508760" indent="0" algn="ctr">
              <a:buNone/>
              <a:defRPr sz="6600"/>
            </a:lvl2pPr>
            <a:lvl3pPr marL="3017520" indent="0" algn="ctr">
              <a:buNone/>
              <a:defRPr sz="5940"/>
            </a:lvl3pPr>
            <a:lvl4pPr marL="4526280" indent="0" algn="ctr">
              <a:buNone/>
              <a:defRPr sz="5280"/>
            </a:lvl4pPr>
            <a:lvl5pPr marL="6035040" indent="0" algn="ctr">
              <a:buNone/>
              <a:defRPr sz="5280"/>
            </a:lvl5pPr>
            <a:lvl6pPr marL="7543800" indent="0" algn="ctr">
              <a:buNone/>
              <a:defRPr sz="5280"/>
            </a:lvl6pPr>
            <a:lvl7pPr marL="9052560" indent="0" algn="ctr">
              <a:buNone/>
              <a:defRPr sz="5280"/>
            </a:lvl7pPr>
            <a:lvl8pPr marL="10561320" indent="0" algn="ctr">
              <a:buNone/>
              <a:defRPr sz="5280"/>
            </a:lvl8pPr>
            <a:lvl9pPr marL="12070080" indent="0" algn="ctr">
              <a:buNone/>
              <a:defRPr sz="528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54BF6-E217-4745-80E3-1D6D0769377A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FDB1-8178-41C5-87A3-FF6CC661AA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54BF6-E217-4745-80E3-1D6D0769377A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FDB1-8178-41C5-87A3-FF6CC661AA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02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8830" y="10942333"/>
            <a:ext cx="26026110" cy="18257517"/>
          </a:xfrm>
        </p:spPr>
        <p:txBody>
          <a:bodyPr anchor="b"/>
          <a:lstStyle>
            <a:lvl1pPr>
              <a:defRPr sz="19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8830" y="29372573"/>
            <a:ext cx="26026110" cy="9601197"/>
          </a:xfrm>
        </p:spPr>
        <p:txBody>
          <a:bodyPr/>
          <a:lstStyle>
            <a:lvl1pPr marL="0" indent="0">
              <a:buNone/>
              <a:defRPr sz="7920">
                <a:solidFill>
                  <a:schemeClr val="tx1"/>
                </a:solidFill>
              </a:defRPr>
            </a:lvl1pPr>
            <a:lvl2pPr marL="150876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2pPr>
            <a:lvl3pPr marL="3017520" indent="0">
              <a:buNone/>
              <a:defRPr sz="5940">
                <a:solidFill>
                  <a:schemeClr val="tx1">
                    <a:tint val="75000"/>
                  </a:schemeClr>
                </a:solidFill>
              </a:defRPr>
            </a:lvl3pPr>
            <a:lvl4pPr marL="4526280" indent="0">
              <a:buNone/>
              <a:defRPr sz="5280">
                <a:solidFill>
                  <a:schemeClr val="tx1">
                    <a:tint val="75000"/>
                  </a:schemeClr>
                </a:solidFill>
              </a:defRPr>
            </a:lvl4pPr>
            <a:lvl5pPr marL="6035040" indent="0">
              <a:buNone/>
              <a:defRPr sz="5280">
                <a:solidFill>
                  <a:schemeClr val="tx1">
                    <a:tint val="75000"/>
                  </a:schemeClr>
                </a:solidFill>
              </a:defRPr>
            </a:lvl5pPr>
            <a:lvl6pPr marL="7543800" indent="0">
              <a:buNone/>
              <a:defRPr sz="5280">
                <a:solidFill>
                  <a:schemeClr val="tx1">
                    <a:tint val="75000"/>
                  </a:schemeClr>
                </a:solidFill>
              </a:defRPr>
            </a:lvl6pPr>
            <a:lvl7pPr marL="9052560" indent="0">
              <a:buNone/>
              <a:defRPr sz="5280">
                <a:solidFill>
                  <a:schemeClr val="tx1">
                    <a:tint val="75000"/>
                  </a:schemeClr>
                </a:solidFill>
              </a:defRPr>
            </a:lvl7pPr>
            <a:lvl8pPr marL="10561320" indent="0">
              <a:buNone/>
              <a:defRPr sz="5280">
                <a:solidFill>
                  <a:schemeClr val="tx1">
                    <a:tint val="75000"/>
                  </a:schemeClr>
                </a:solidFill>
              </a:defRPr>
            </a:lvl8pPr>
            <a:lvl9pPr marL="12070080" indent="0">
              <a:buNone/>
              <a:defRPr sz="5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54BF6-E217-4745-80E3-1D6D0769377A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FDB1-8178-41C5-87A3-FF6CC661AA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092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545" y="11684000"/>
            <a:ext cx="12824460" cy="278485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6195" y="11684000"/>
            <a:ext cx="12824460" cy="278485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54BF6-E217-4745-80E3-1D6D0769377A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FDB1-8178-41C5-87A3-FF6CC661AA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921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475" y="2336810"/>
            <a:ext cx="26026110" cy="848360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479" y="10759443"/>
            <a:ext cx="12765522" cy="5273037"/>
          </a:xfrm>
        </p:spPr>
        <p:txBody>
          <a:bodyPr anchor="b"/>
          <a:lstStyle>
            <a:lvl1pPr marL="0" indent="0">
              <a:buNone/>
              <a:defRPr sz="7920" b="1"/>
            </a:lvl1pPr>
            <a:lvl2pPr marL="1508760" indent="0">
              <a:buNone/>
              <a:defRPr sz="6600" b="1"/>
            </a:lvl2pPr>
            <a:lvl3pPr marL="3017520" indent="0">
              <a:buNone/>
              <a:defRPr sz="5940" b="1"/>
            </a:lvl3pPr>
            <a:lvl4pPr marL="4526280" indent="0">
              <a:buNone/>
              <a:defRPr sz="5280" b="1"/>
            </a:lvl4pPr>
            <a:lvl5pPr marL="6035040" indent="0">
              <a:buNone/>
              <a:defRPr sz="5280" b="1"/>
            </a:lvl5pPr>
            <a:lvl6pPr marL="7543800" indent="0">
              <a:buNone/>
              <a:defRPr sz="5280" b="1"/>
            </a:lvl6pPr>
            <a:lvl7pPr marL="9052560" indent="0">
              <a:buNone/>
              <a:defRPr sz="5280" b="1"/>
            </a:lvl7pPr>
            <a:lvl8pPr marL="10561320" indent="0">
              <a:buNone/>
              <a:defRPr sz="5280" b="1"/>
            </a:lvl8pPr>
            <a:lvl9pPr marL="12070080" indent="0">
              <a:buNone/>
              <a:defRPr sz="528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8479" y="16032480"/>
            <a:ext cx="12765522" cy="235813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6197" y="10759443"/>
            <a:ext cx="12828390" cy="5273037"/>
          </a:xfrm>
        </p:spPr>
        <p:txBody>
          <a:bodyPr anchor="b"/>
          <a:lstStyle>
            <a:lvl1pPr marL="0" indent="0">
              <a:buNone/>
              <a:defRPr sz="7920" b="1"/>
            </a:lvl1pPr>
            <a:lvl2pPr marL="1508760" indent="0">
              <a:buNone/>
              <a:defRPr sz="6600" b="1"/>
            </a:lvl2pPr>
            <a:lvl3pPr marL="3017520" indent="0">
              <a:buNone/>
              <a:defRPr sz="5940" b="1"/>
            </a:lvl3pPr>
            <a:lvl4pPr marL="4526280" indent="0">
              <a:buNone/>
              <a:defRPr sz="5280" b="1"/>
            </a:lvl4pPr>
            <a:lvl5pPr marL="6035040" indent="0">
              <a:buNone/>
              <a:defRPr sz="5280" b="1"/>
            </a:lvl5pPr>
            <a:lvl6pPr marL="7543800" indent="0">
              <a:buNone/>
              <a:defRPr sz="5280" b="1"/>
            </a:lvl6pPr>
            <a:lvl7pPr marL="9052560" indent="0">
              <a:buNone/>
              <a:defRPr sz="5280" b="1"/>
            </a:lvl7pPr>
            <a:lvl8pPr marL="10561320" indent="0">
              <a:buNone/>
              <a:defRPr sz="5280" b="1"/>
            </a:lvl8pPr>
            <a:lvl9pPr marL="12070080" indent="0">
              <a:buNone/>
              <a:defRPr sz="528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6197" y="16032480"/>
            <a:ext cx="12828390" cy="235813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54BF6-E217-4745-80E3-1D6D0769377A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FDB1-8178-41C5-87A3-FF6CC661AA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915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54BF6-E217-4745-80E3-1D6D0769377A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FDB1-8178-41C5-87A3-FF6CC661AA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839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54BF6-E217-4745-80E3-1D6D0769377A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FDB1-8178-41C5-87A3-FF6CC661AA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717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476" y="2926080"/>
            <a:ext cx="9732287" cy="10241280"/>
          </a:xfrm>
        </p:spPr>
        <p:txBody>
          <a:bodyPr anchor="b"/>
          <a:lstStyle>
            <a:lvl1pPr>
              <a:defRPr sz="105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8390" y="6319530"/>
            <a:ext cx="15276195" cy="31191200"/>
          </a:xfrm>
        </p:spPr>
        <p:txBody>
          <a:bodyPr/>
          <a:lstStyle>
            <a:lvl1pPr>
              <a:defRPr sz="10560"/>
            </a:lvl1pPr>
            <a:lvl2pPr>
              <a:defRPr sz="9240"/>
            </a:lvl2pPr>
            <a:lvl3pPr>
              <a:defRPr sz="7920"/>
            </a:lvl3pPr>
            <a:lvl4pPr>
              <a:defRPr sz="6600"/>
            </a:lvl4pPr>
            <a:lvl5pPr>
              <a:defRPr sz="6600"/>
            </a:lvl5pPr>
            <a:lvl6pPr>
              <a:defRPr sz="6600"/>
            </a:lvl6pPr>
            <a:lvl7pPr>
              <a:defRPr sz="6600"/>
            </a:lvl7pPr>
            <a:lvl8pPr>
              <a:defRPr sz="6600"/>
            </a:lvl8pPr>
            <a:lvl9pPr>
              <a:defRPr sz="6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476" y="13167360"/>
            <a:ext cx="9732287" cy="24394163"/>
          </a:xfrm>
        </p:spPr>
        <p:txBody>
          <a:bodyPr/>
          <a:lstStyle>
            <a:lvl1pPr marL="0" indent="0">
              <a:buNone/>
              <a:defRPr sz="5280"/>
            </a:lvl1pPr>
            <a:lvl2pPr marL="1508760" indent="0">
              <a:buNone/>
              <a:defRPr sz="4620"/>
            </a:lvl2pPr>
            <a:lvl3pPr marL="3017520" indent="0">
              <a:buNone/>
              <a:defRPr sz="3960"/>
            </a:lvl3pPr>
            <a:lvl4pPr marL="4526280" indent="0">
              <a:buNone/>
              <a:defRPr sz="3300"/>
            </a:lvl4pPr>
            <a:lvl5pPr marL="6035040" indent="0">
              <a:buNone/>
              <a:defRPr sz="3300"/>
            </a:lvl5pPr>
            <a:lvl6pPr marL="7543800" indent="0">
              <a:buNone/>
              <a:defRPr sz="3300"/>
            </a:lvl6pPr>
            <a:lvl7pPr marL="9052560" indent="0">
              <a:buNone/>
              <a:defRPr sz="3300"/>
            </a:lvl7pPr>
            <a:lvl8pPr marL="10561320" indent="0">
              <a:buNone/>
              <a:defRPr sz="3300"/>
            </a:lvl8pPr>
            <a:lvl9pPr marL="12070080" indent="0">
              <a:buNone/>
              <a:defRPr sz="33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54BF6-E217-4745-80E3-1D6D0769377A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FDB1-8178-41C5-87A3-FF6CC661AA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55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476" y="2926080"/>
            <a:ext cx="9732287" cy="10241280"/>
          </a:xfrm>
        </p:spPr>
        <p:txBody>
          <a:bodyPr anchor="b"/>
          <a:lstStyle>
            <a:lvl1pPr>
              <a:defRPr sz="105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28390" y="6319530"/>
            <a:ext cx="15276195" cy="31191200"/>
          </a:xfrm>
        </p:spPr>
        <p:txBody>
          <a:bodyPr anchor="t"/>
          <a:lstStyle>
            <a:lvl1pPr marL="0" indent="0">
              <a:buNone/>
              <a:defRPr sz="10560"/>
            </a:lvl1pPr>
            <a:lvl2pPr marL="1508760" indent="0">
              <a:buNone/>
              <a:defRPr sz="9240"/>
            </a:lvl2pPr>
            <a:lvl3pPr marL="3017520" indent="0">
              <a:buNone/>
              <a:defRPr sz="7920"/>
            </a:lvl3pPr>
            <a:lvl4pPr marL="4526280" indent="0">
              <a:buNone/>
              <a:defRPr sz="6600"/>
            </a:lvl4pPr>
            <a:lvl5pPr marL="6035040" indent="0">
              <a:buNone/>
              <a:defRPr sz="6600"/>
            </a:lvl5pPr>
            <a:lvl6pPr marL="7543800" indent="0">
              <a:buNone/>
              <a:defRPr sz="6600"/>
            </a:lvl6pPr>
            <a:lvl7pPr marL="9052560" indent="0">
              <a:buNone/>
              <a:defRPr sz="6600"/>
            </a:lvl7pPr>
            <a:lvl8pPr marL="10561320" indent="0">
              <a:buNone/>
              <a:defRPr sz="6600"/>
            </a:lvl8pPr>
            <a:lvl9pPr marL="12070080" indent="0">
              <a:buNone/>
              <a:defRPr sz="6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476" y="13167360"/>
            <a:ext cx="9732287" cy="24394163"/>
          </a:xfrm>
        </p:spPr>
        <p:txBody>
          <a:bodyPr/>
          <a:lstStyle>
            <a:lvl1pPr marL="0" indent="0">
              <a:buNone/>
              <a:defRPr sz="5280"/>
            </a:lvl1pPr>
            <a:lvl2pPr marL="1508760" indent="0">
              <a:buNone/>
              <a:defRPr sz="4620"/>
            </a:lvl2pPr>
            <a:lvl3pPr marL="3017520" indent="0">
              <a:buNone/>
              <a:defRPr sz="3960"/>
            </a:lvl3pPr>
            <a:lvl4pPr marL="4526280" indent="0">
              <a:buNone/>
              <a:defRPr sz="3300"/>
            </a:lvl4pPr>
            <a:lvl5pPr marL="6035040" indent="0">
              <a:buNone/>
              <a:defRPr sz="3300"/>
            </a:lvl5pPr>
            <a:lvl6pPr marL="7543800" indent="0">
              <a:buNone/>
              <a:defRPr sz="3300"/>
            </a:lvl6pPr>
            <a:lvl7pPr marL="9052560" indent="0">
              <a:buNone/>
              <a:defRPr sz="3300"/>
            </a:lvl7pPr>
            <a:lvl8pPr marL="10561320" indent="0">
              <a:buNone/>
              <a:defRPr sz="3300"/>
            </a:lvl8pPr>
            <a:lvl9pPr marL="12070080" indent="0">
              <a:buNone/>
              <a:defRPr sz="33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54BF6-E217-4745-80E3-1D6D0769377A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FDB1-8178-41C5-87A3-FF6CC661AA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014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54BF6-E217-4745-80E3-1D6D0769377A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FDB1-8178-41C5-87A3-FF6CC661AA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67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94129" y="2336800"/>
            <a:ext cx="6506528" cy="37195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4546" y="2336800"/>
            <a:ext cx="19142393" cy="3719576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54BF6-E217-4745-80E3-1D6D0769377A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BFDB1-8178-41C5-87A3-FF6CC661AA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706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4545" y="2336810"/>
            <a:ext cx="2602611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4545" y="11684000"/>
            <a:ext cx="2602611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545" y="40680650"/>
            <a:ext cx="678942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54BF6-E217-4745-80E3-1D6D0769377A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5535" y="40680650"/>
            <a:ext cx="1018413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11235" y="40680650"/>
            <a:ext cx="678942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BFDB1-8178-41C5-87A3-FF6CC661AA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94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17520" rtl="0" eaLnBrk="1" latinLnBrk="0" hangingPunct="1">
        <a:lnSpc>
          <a:spcPct val="90000"/>
        </a:lnSpc>
        <a:spcBef>
          <a:spcPct val="0"/>
        </a:spcBef>
        <a:buNone/>
        <a:defRPr sz="14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4380" indent="-754380" algn="l" defTabSz="3017520" rtl="0" eaLnBrk="1" latinLnBrk="0" hangingPunct="1">
        <a:lnSpc>
          <a:spcPct val="90000"/>
        </a:lnSpc>
        <a:spcBef>
          <a:spcPts val="3300"/>
        </a:spcBef>
        <a:buFont typeface="Arial" panose="020B0604020202020204" pitchFamily="34" charset="0"/>
        <a:buChar char="•"/>
        <a:defRPr sz="9240" kern="1200">
          <a:solidFill>
            <a:schemeClr val="tx1"/>
          </a:solidFill>
          <a:latin typeface="+mn-lt"/>
          <a:ea typeface="+mn-ea"/>
          <a:cs typeface="+mn-cs"/>
        </a:defRPr>
      </a:lvl1pPr>
      <a:lvl2pPr marL="2263140" indent="-754380" algn="l" defTabSz="3017520" rtl="0" eaLnBrk="1" latinLnBrk="0" hangingPunct="1">
        <a:lnSpc>
          <a:spcPct val="90000"/>
        </a:lnSpc>
        <a:spcBef>
          <a:spcPts val="1650"/>
        </a:spcBef>
        <a:buFont typeface="Arial" panose="020B0604020202020204" pitchFamily="34" charset="0"/>
        <a:buChar char="•"/>
        <a:defRPr sz="7920" kern="1200">
          <a:solidFill>
            <a:schemeClr val="tx1"/>
          </a:solidFill>
          <a:latin typeface="+mn-lt"/>
          <a:ea typeface="+mn-ea"/>
          <a:cs typeface="+mn-cs"/>
        </a:defRPr>
      </a:lvl2pPr>
      <a:lvl3pPr marL="3771900" indent="-754380" algn="l" defTabSz="3017520" rtl="0" eaLnBrk="1" latinLnBrk="0" hangingPunct="1">
        <a:lnSpc>
          <a:spcPct val="90000"/>
        </a:lnSpc>
        <a:spcBef>
          <a:spcPts val="1650"/>
        </a:spcBef>
        <a:buFont typeface="Arial" panose="020B0604020202020204" pitchFamily="34" charset="0"/>
        <a:buChar char="•"/>
        <a:defRPr sz="6600" kern="1200">
          <a:solidFill>
            <a:schemeClr val="tx1"/>
          </a:solidFill>
          <a:latin typeface="+mn-lt"/>
          <a:ea typeface="+mn-ea"/>
          <a:cs typeface="+mn-cs"/>
        </a:defRPr>
      </a:lvl3pPr>
      <a:lvl4pPr marL="5280660" indent="-754380" algn="l" defTabSz="3017520" rtl="0" eaLnBrk="1" latinLnBrk="0" hangingPunct="1">
        <a:lnSpc>
          <a:spcPct val="90000"/>
        </a:lnSpc>
        <a:spcBef>
          <a:spcPts val="1650"/>
        </a:spcBef>
        <a:buFont typeface="Arial" panose="020B0604020202020204" pitchFamily="34" charset="0"/>
        <a:buChar char="•"/>
        <a:defRPr sz="5940" kern="1200">
          <a:solidFill>
            <a:schemeClr val="tx1"/>
          </a:solidFill>
          <a:latin typeface="+mn-lt"/>
          <a:ea typeface="+mn-ea"/>
          <a:cs typeface="+mn-cs"/>
        </a:defRPr>
      </a:lvl4pPr>
      <a:lvl5pPr marL="6789420" indent="-754380" algn="l" defTabSz="3017520" rtl="0" eaLnBrk="1" latinLnBrk="0" hangingPunct="1">
        <a:lnSpc>
          <a:spcPct val="90000"/>
        </a:lnSpc>
        <a:spcBef>
          <a:spcPts val="1650"/>
        </a:spcBef>
        <a:buFont typeface="Arial" panose="020B0604020202020204" pitchFamily="34" charset="0"/>
        <a:buChar char="•"/>
        <a:defRPr sz="5940" kern="1200">
          <a:solidFill>
            <a:schemeClr val="tx1"/>
          </a:solidFill>
          <a:latin typeface="+mn-lt"/>
          <a:ea typeface="+mn-ea"/>
          <a:cs typeface="+mn-cs"/>
        </a:defRPr>
      </a:lvl5pPr>
      <a:lvl6pPr marL="8298180" indent="-754380" algn="l" defTabSz="3017520" rtl="0" eaLnBrk="1" latinLnBrk="0" hangingPunct="1">
        <a:lnSpc>
          <a:spcPct val="90000"/>
        </a:lnSpc>
        <a:spcBef>
          <a:spcPts val="1650"/>
        </a:spcBef>
        <a:buFont typeface="Arial" panose="020B0604020202020204" pitchFamily="34" charset="0"/>
        <a:buChar char="•"/>
        <a:defRPr sz="5940" kern="1200">
          <a:solidFill>
            <a:schemeClr val="tx1"/>
          </a:solidFill>
          <a:latin typeface="+mn-lt"/>
          <a:ea typeface="+mn-ea"/>
          <a:cs typeface="+mn-cs"/>
        </a:defRPr>
      </a:lvl6pPr>
      <a:lvl7pPr marL="9806940" indent="-754380" algn="l" defTabSz="3017520" rtl="0" eaLnBrk="1" latinLnBrk="0" hangingPunct="1">
        <a:lnSpc>
          <a:spcPct val="90000"/>
        </a:lnSpc>
        <a:spcBef>
          <a:spcPts val="1650"/>
        </a:spcBef>
        <a:buFont typeface="Arial" panose="020B0604020202020204" pitchFamily="34" charset="0"/>
        <a:buChar char="•"/>
        <a:defRPr sz="5940" kern="1200">
          <a:solidFill>
            <a:schemeClr val="tx1"/>
          </a:solidFill>
          <a:latin typeface="+mn-lt"/>
          <a:ea typeface="+mn-ea"/>
          <a:cs typeface="+mn-cs"/>
        </a:defRPr>
      </a:lvl7pPr>
      <a:lvl8pPr marL="11315700" indent="-754380" algn="l" defTabSz="3017520" rtl="0" eaLnBrk="1" latinLnBrk="0" hangingPunct="1">
        <a:lnSpc>
          <a:spcPct val="90000"/>
        </a:lnSpc>
        <a:spcBef>
          <a:spcPts val="1650"/>
        </a:spcBef>
        <a:buFont typeface="Arial" panose="020B0604020202020204" pitchFamily="34" charset="0"/>
        <a:buChar char="•"/>
        <a:defRPr sz="5940" kern="1200">
          <a:solidFill>
            <a:schemeClr val="tx1"/>
          </a:solidFill>
          <a:latin typeface="+mn-lt"/>
          <a:ea typeface="+mn-ea"/>
          <a:cs typeface="+mn-cs"/>
        </a:defRPr>
      </a:lvl8pPr>
      <a:lvl9pPr marL="12824460" indent="-754380" algn="l" defTabSz="3017520" rtl="0" eaLnBrk="1" latinLnBrk="0" hangingPunct="1">
        <a:lnSpc>
          <a:spcPct val="90000"/>
        </a:lnSpc>
        <a:spcBef>
          <a:spcPts val="1650"/>
        </a:spcBef>
        <a:buFont typeface="Arial" panose="020B0604020202020204" pitchFamily="34" charset="0"/>
        <a:buChar char="•"/>
        <a:defRPr sz="59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17520" rtl="0" eaLnBrk="1" latinLnBrk="0" hangingPunct="1">
        <a:defRPr sz="5940" kern="1200">
          <a:solidFill>
            <a:schemeClr val="tx1"/>
          </a:solidFill>
          <a:latin typeface="+mn-lt"/>
          <a:ea typeface="+mn-ea"/>
          <a:cs typeface="+mn-cs"/>
        </a:defRPr>
      </a:lvl1pPr>
      <a:lvl2pPr marL="1508760" algn="l" defTabSz="3017520" rtl="0" eaLnBrk="1" latinLnBrk="0" hangingPunct="1">
        <a:defRPr sz="5940" kern="1200">
          <a:solidFill>
            <a:schemeClr val="tx1"/>
          </a:solidFill>
          <a:latin typeface="+mn-lt"/>
          <a:ea typeface="+mn-ea"/>
          <a:cs typeface="+mn-cs"/>
        </a:defRPr>
      </a:lvl2pPr>
      <a:lvl3pPr marL="3017520" algn="l" defTabSz="3017520" rtl="0" eaLnBrk="1" latinLnBrk="0" hangingPunct="1">
        <a:defRPr sz="5940" kern="1200">
          <a:solidFill>
            <a:schemeClr val="tx1"/>
          </a:solidFill>
          <a:latin typeface="+mn-lt"/>
          <a:ea typeface="+mn-ea"/>
          <a:cs typeface="+mn-cs"/>
        </a:defRPr>
      </a:lvl3pPr>
      <a:lvl4pPr marL="4526280" algn="l" defTabSz="3017520" rtl="0" eaLnBrk="1" latinLnBrk="0" hangingPunct="1">
        <a:defRPr sz="5940" kern="1200">
          <a:solidFill>
            <a:schemeClr val="tx1"/>
          </a:solidFill>
          <a:latin typeface="+mn-lt"/>
          <a:ea typeface="+mn-ea"/>
          <a:cs typeface="+mn-cs"/>
        </a:defRPr>
      </a:lvl4pPr>
      <a:lvl5pPr marL="6035040" algn="l" defTabSz="3017520" rtl="0" eaLnBrk="1" latinLnBrk="0" hangingPunct="1">
        <a:defRPr sz="59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algn="l" defTabSz="3017520" rtl="0" eaLnBrk="1" latinLnBrk="0" hangingPunct="1">
        <a:defRPr sz="5940" kern="1200">
          <a:solidFill>
            <a:schemeClr val="tx1"/>
          </a:solidFill>
          <a:latin typeface="+mn-lt"/>
          <a:ea typeface="+mn-ea"/>
          <a:cs typeface="+mn-cs"/>
        </a:defRPr>
      </a:lvl6pPr>
      <a:lvl7pPr marL="9052560" algn="l" defTabSz="3017520" rtl="0" eaLnBrk="1" latinLnBrk="0" hangingPunct="1">
        <a:defRPr sz="5940" kern="1200">
          <a:solidFill>
            <a:schemeClr val="tx1"/>
          </a:solidFill>
          <a:latin typeface="+mn-lt"/>
          <a:ea typeface="+mn-ea"/>
          <a:cs typeface="+mn-cs"/>
        </a:defRPr>
      </a:lvl7pPr>
      <a:lvl8pPr marL="10561320" algn="l" defTabSz="3017520" rtl="0" eaLnBrk="1" latinLnBrk="0" hangingPunct="1">
        <a:defRPr sz="5940" kern="1200">
          <a:solidFill>
            <a:schemeClr val="tx1"/>
          </a:solidFill>
          <a:latin typeface="+mn-lt"/>
          <a:ea typeface="+mn-ea"/>
          <a:cs typeface="+mn-cs"/>
        </a:defRPr>
      </a:lvl8pPr>
      <a:lvl9pPr marL="12070080" algn="l" defTabSz="3017520" rtl="0" eaLnBrk="1" latinLnBrk="0" hangingPunct="1">
        <a:defRPr sz="59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28937" y="-177273"/>
            <a:ext cx="30175200" cy="43891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623178" y="-177273"/>
            <a:ext cx="126709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lang="en-US" sz="2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1356" y="2970256"/>
            <a:ext cx="201821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Member 1</a:t>
            </a:r>
          </a:p>
          <a:p>
            <a:pPr algn="ctr"/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Member 2</a:t>
            </a:r>
          </a:p>
          <a:p>
            <a:pPr algn="ctr"/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Member 3</a:t>
            </a:r>
          </a:p>
          <a:p>
            <a:pPr algn="ctr"/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87827" y="1045030"/>
            <a:ext cx="3657600" cy="365760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659708" y="6396467"/>
            <a:ext cx="201821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smtClean="0"/>
              <a:t>Supervisor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7606" y="8531040"/>
            <a:ext cx="201821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BS (Computer Science)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04541" y="9615982"/>
            <a:ext cx="201821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smtClean="0"/>
              <a:t>Faculty of Computing, Mohammad Ali Jinnah University</a:t>
            </a:r>
            <a:endParaRPr lang="en-US" sz="6600" dirty="0"/>
          </a:p>
        </p:txBody>
      </p:sp>
      <p:sp>
        <p:nvSpPr>
          <p:cNvPr id="16" name="TextBox 15"/>
          <p:cNvSpPr txBox="1"/>
          <p:nvPr/>
        </p:nvSpPr>
        <p:spPr>
          <a:xfrm>
            <a:off x="130626" y="5232414"/>
            <a:ext cx="6074229" cy="31393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dirty="0" smtClean="0">
                <a:solidFill>
                  <a:schemeClr val="bg1"/>
                </a:solidFill>
              </a:rPr>
              <a:t>Project ID – CS/FYP/FA25/</a:t>
            </a:r>
            <a:r>
              <a:rPr lang="en-US" sz="6600" dirty="0" err="1" smtClean="0">
                <a:solidFill>
                  <a:schemeClr val="bg1"/>
                </a:solidFill>
              </a:rPr>
              <a:t>your_id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-97977" y="11656006"/>
            <a:ext cx="13944605" cy="105608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Your Problem Statement Here</a:t>
            </a:r>
            <a:endParaRPr lang="en-US"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16526" y="11652162"/>
            <a:ext cx="10515600" cy="163121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-97978" y="22434207"/>
            <a:ext cx="13944606" cy="106198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9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9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Solution here	</a:t>
            </a:r>
            <a:endParaRPr lang="en-US" sz="1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-97978" y="33307339"/>
            <a:ext cx="13944606" cy="106198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500" dirty="0" smtClean="0"/>
          </a:p>
          <a:p>
            <a:endParaRPr lang="en-US" sz="4500" dirty="0"/>
          </a:p>
          <a:p>
            <a:endParaRPr lang="en-US" sz="4500" dirty="0" smtClean="0"/>
          </a:p>
        </p:txBody>
      </p:sp>
      <p:sp>
        <p:nvSpPr>
          <p:cNvPr id="24" name="Rectangle 23"/>
          <p:cNvSpPr/>
          <p:nvPr/>
        </p:nvSpPr>
        <p:spPr>
          <a:xfrm>
            <a:off x="-97978" y="35041189"/>
            <a:ext cx="13944606" cy="888596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900" dirty="0" smtClean="0"/>
              <a:t>Diagrams here</a:t>
            </a:r>
            <a:endParaRPr lang="en-US" sz="19900" dirty="0"/>
          </a:p>
        </p:txBody>
      </p:sp>
      <p:sp>
        <p:nvSpPr>
          <p:cNvPr id="26" name="Rectangle 25"/>
          <p:cNvSpPr/>
          <p:nvPr/>
        </p:nvSpPr>
        <p:spPr>
          <a:xfrm>
            <a:off x="14303829" y="11652162"/>
            <a:ext cx="14630400" cy="138926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500" dirty="0" smtClean="0">
              <a:solidFill>
                <a:schemeClr val="tx1"/>
              </a:solidFill>
            </a:endParaRPr>
          </a:p>
          <a:p>
            <a:endParaRPr lang="en-US" sz="4500" dirty="0">
              <a:solidFill>
                <a:schemeClr val="tx1"/>
              </a:solidFill>
            </a:endParaRPr>
          </a:p>
          <a:p>
            <a:endParaRPr lang="en-US" sz="4500" dirty="0" smtClean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4478927" y="14209930"/>
            <a:ext cx="5470075" cy="32062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5881275" y="13619981"/>
            <a:ext cx="26653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/>
              <a:t>Login Interface</a:t>
            </a:r>
            <a:endParaRPr lang="en-US" sz="3000" dirty="0"/>
          </a:p>
        </p:txBody>
      </p:sp>
      <p:sp>
        <p:nvSpPr>
          <p:cNvPr id="31" name="Rectangle 30"/>
          <p:cNvSpPr/>
          <p:nvPr/>
        </p:nvSpPr>
        <p:spPr>
          <a:xfrm>
            <a:off x="14478927" y="18131952"/>
            <a:ext cx="5470075" cy="320627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5881275" y="17634961"/>
            <a:ext cx="26653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/>
              <a:t>Dashboard</a:t>
            </a:r>
            <a:endParaRPr lang="en-US" sz="3000" dirty="0"/>
          </a:p>
        </p:txBody>
      </p:sp>
      <p:sp>
        <p:nvSpPr>
          <p:cNvPr id="35" name="Rectangle 34"/>
          <p:cNvSpPr/>
          <p:nvPr/>
        </p:nvSpPr>
        <p:spPr>
          <a:xfrm>
            <a:off x="21831011" y="14183786"/>
            <a:ext cx="5470075" cy="320627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21843748" y="18160112"/>
            <a:ext cx="5398339" cy="32604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3036716" y="17470934"/>
            <a:ext cx="33883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/>
              <a:t>Upload Data - CSV</a:t>
            </a:r>
            <a:endParaRPr lang="en-US" sz="3000" dirty="0"/>
          </a:p>
        </p:txBody>
      </p:sp>
      <p:sp>
        <p:nvSpPr>
          <p:cNvPr id="38" name="TextBox 37"/>
          <p:cNvSpPr txBox="1"/>
          <p:nvPr/>
        </p:nvSpPr>
        <p:spPr>
          <a:xfrm>
            <a:off x="22810218" y="13601707"/>
            <a:ext cx="33238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/>
              <a:t>Run Automation</a:t>
            </a:r>
            <a:endParaRPr lang="en-US" sz="3000" dirty="0"/>
          </a:p>
        </p:txBody>
      </p:sp>
      <p:sp>
        <p:nvSpPr>
          <p:cNvPr id="39" name="Rectangle 38"/>
          <p:cNvSpPr/>
          <p:nvPr/>
        </p:nvSpPr>
        <p:spPr>
          <a:xfrm>
            <a:off x="14478927" y="21945600"/>
            <a:ext cx="5470075" cy="320627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6092159" y="21420609"/>
            <a:ext cx="26653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/>
              <a:t>Reports</a:t>
            </a:r>
            <a:endParaRPr lang="en-US" sz="3000" dirty="0"/>
          </a:p>
        </p:txBody>
      </p:sp>
      <p:sp>
        <p:nvSpPr>
          <p:cNvPr id="41" name="Rectangle 40"/>
          <p:cNvSpPr/>
          <p:nvPr/>
        </p:nvSpPr>
        <p:spPr>
          <a:xfrm>
            <a:off x="21735679" y="21974607"/>
            <a:ext cx="5541812" cy="326077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3489174" y="21475109"/>
            <a:ext cx="26653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/>
              <a:t>Timetable</a:t>
            </a:r>
            <a:endParaRPr lang="en-US" sz="3000" dirty="0"/>
          </a:p>
        </p:txBody>
      </p:sp>
      <p:sp>
        <p:nvSpPr>
          <p:cNvPr id="46" name="Rectangle 45"/>
          <p:cNvSpPr/>
          <p:nvPr/>
        </p:nvSpPr>
        <p:spPr>
          <a:xfrm>
            <a:off x="14303829" y="34501090"/>
            <a:ext cx="15464971" cy="94080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Conclusion Here</a:t>
            </a:r>
            <a:endParaRPr lang="en-US" sz="8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233653" y="11624386"/>
            <a:ext cx="10515600" cy="163121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371598" y="22460386"/>
            <a:ext cx="10515600" cy="163121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7045675" y="34533820"/>
            <a:ext cx="10515600" cy="163121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315702" y="33328242"/>
            <a:ext cx="10515600" cy="163121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29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</TotalTime>
  <Words>55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Babloo</dc:creator>
  <cp:lastModifiedBy>Babloo</cp:lastModifiedBy>
  <cp:revision>55</cp:revision>
  <dcterms:created xsi:type="dcterms:W3CDTF">2025-12-10T10:31:04Z</dcterms:created>
  <dcterms:modified xsi:type="dcterms:W3CDTF">2025-12-11T12:52:59Z</dcterms:modified>
</cp:coreProperties>
</file>