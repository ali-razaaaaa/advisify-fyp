
<file path=[Content_Types].xml><?xml version="1.0" encoding="utf-8"?>
<Types xmlns="http://schemas.openxmlformats.org/package/2006/content-types">
  <Default Extension="png" ContentType="image/png"/>
  <Default Extension="jfif" ContentType="image/jpe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Lst>
  <p:sldSz cx="30175200" cy="438912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E3A8A"/>
    <a:srgbClr val="0F4C81"/>
    <a:srgbClr val="14293B"/>
    <a:srgbClr val="F5F7FA"/>
    <a:srgbClr val="F0F5FA"/>
    <a:srgbClr val="1A73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10" d="100"/>
          <a:sy n="10" d="100"/>
        </p:scale>
        <p:origin x="228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63140" y="7183123"/>
            <a:ext cx="25648920" cy="15280640"/>
          </a:xfrm>
        </p:spPr>
        <p:txBody>
          <a:bodyPr anchor="b"/>
          <a:lstStyle>
            <a:lvl1pPr algn="ctr">
              <a:defRPr sz="19800"/>
            </a:lvl1pPr>
          </a:lstStyle>
          <a:p>
            <a:r>
              <a:rPr lang="en-US" smtClean="0"/>
              <a:t>Click to edit Master title style</a:t>
            </a:r>
            <a:endParaRPr lang="en-US" dirty="0"/>
          </a:p>
        </p:txBody>
      </p:sp>
      <p:sp>
        <p:nvSpPr>
          <p:cNvPr id="3" name="Subtitle 2"/>
          <p:cNvSpPr>
            <a:spLocks noGrp="1"/>
          </p:cNvSpPr>
          <p:nvPr>
            <p:ph type="subTitle" idx="1"/>
          </p:nvPr>
        </p:nvSpPr>
        <p:spPr>
          <a:xfrm>
            <a:off x="3771900" y="23053043"/>
            <a:ext cx="22631400" cy="10596877"/>
          </a:xfrm>
        </p:spPr>
        <p:txBody>
          <a:bodyPr/>
          <a:lstStyle>
            <a:lvl1pPr marL="0" indent="0" algn="ctr">
              <a:buNone/>
              <a:defRPr sz="7920"/>
            </a:lvl1pPr>
            <a:lvl2pPr marL="1508760" indent="0" algn="ctr">
              <a:buNone/>
              <a:defRPr sz="6600"/>
            </a:lvl2pPr>
            <a:lvl3pPr marL="3017520" indent="0" algn="ctr">
              <a:buNone/>
              <a:defRPr sz="5940"/>
            </a:lvl3pPr>
            <a:lvl4pPr marL="4526280" indent="0" algn="ctr">
              <a:buNone/>
              <a:defRPr sz="5280"/>
            </a:lvl4pPr>
            <a:lvl5pPr marL="6035040" indent="0" algn="ctr">
              <a:buNone/>
              <a:defRPr sz="5280"/>
            </a:lvl5pPr>
            <a:lvl6pPr marL="7543800" indent="0" algn="ctr">
              <a:buNone/>
              <a:defRPr sz="5280"/>
            </a:lvl6pPr>
            <a:lvl7pPr marL="9052560" indent="0" algn="ctr">
              <a:buNone/>
              <a:defRPr sz="5280"/>
            </a:lvl7pPr>
            <a:lvl8pPr marL="10561320" indent="0" algn="ctr">
              <a:buNone/>
              <a:defRPr sz="5280"/>
            </a:lvl8pPr>
            <a:lvl9pPr marL="12070080" indent="0" algn="ctr">
              <a:buNone/>
              <a:defRPr sz="528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65E54BF6-E217-4745-80E3-1D6D0769377A}" type="datetimeFigureOut">
              <a:rPr lang="en-US" smtClean="0"/>
              <a:t>12/10/2025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F4BFDB1-8178-41C5-87A3-FF6CC661AADB}" type="slidenum">
              <a:rPr lang="en-US" smtClean="0"/>
              <a:t>‹#›</a:t>
            </a:fld>
            <a:endParaRPr lang="en-US" dirty="0"/>
          </a:p>
        </p:txBody>
      </p:sp>
    </p:spTree>
    <p:extLst>
      <p:ext uri="{BB962C8B-B14F-4D97-AF65-F5344CB8AC3E}">
        <p14:creationId xmlns:p14="http://schemas.microsoft.com/office/powerpoint/2010/main" val="1248641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5E54BF6-E217-4745-80E3-1D6D0769377A}" type="datetimeFigureOut">
              <a:rPr lang="en-US" smtClean="0"/>
              <a:t>12/10/2025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F4BFDB1-8178-41C5-87A3-FF6CC661AADB}" type="slidenum">
              <a:rPr lang="en-US" smtClean="0"/>
              <a:t>‹#›</a:t>
            </a:fld>
            <a:endParaRPr lang="en-US" dirty="0"/>
          </a:p>
        </p:txBody>
      </p:sp>
    </p:spTree>
    <p:extLst>
      <p:ext uri="{BB962C8B-B14F-4D97-AF65-F5344CB8AC3E}">
        <p14:creationId xmlns:p14="http://schemas.microsoft.com/office/powerpoint/2010/main" val="17720222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58830" y="10942333"/>
            <a:ext cx="26026110" cy="18257517"/>
          </a:xfrm>
        </p:spPr>
        <p:txBody>
          <a:bodyPr anchor="b"/>
          <a:lstStyle>
            <a:lvl1pPr>
              <a:defRPr sz="19800"/>
            </a:lvl1pPr>
          </a:lstStyle>
          <a:p>
            <a:r>
              <a:rPr lang="en-US" smtClean="0"/>
              <a:t>Click to edit Master title style</a:t>
            </a:r>
            <a:endParaRPr lang="en-US" dirty="0"/>
          </a:p>
        </p:txBody>
      </p:sp>
      <p:sp>
        <p:nvSpPr>
          <p:cNvPr id="3" name="Text Placeholder 2"/>
          <p:cNvSpPr>
            <a:spLocks noGrp="1"/>
          </p:cNvSpPr>
          <p:nvPr>
            <p:ph type="body" idx="1"/>
          </p:nvPr>
        </p:nvSpPr>
        <p:spPr>
          <a:xfrm>
            <a:off x="2058830" y="29372573"/>
            <a:ext cx="26026110" cy="9601197"/>
          </a:xfrm>
        </p:spPr>
        <p:txBody>
          <a:bodyPr/>
          <a:lstStyle>
            <a:lvl1pPr marL="0" indent="0">
              <a:buNone/>
              <a:defRPr sz="7920">
                <a:solidFill>
                  <a:schemeClr val="tx1"/>
                </a:solidFill>
              </a:defRPr>
            </a:lvl1pPr>
            <a:lvl2pPr marL="1508760" indent="0">
              <a:buNone/>
              <a:defRPr sz="6600">
                <a:solidFill>
                  <a:schemeClr val="tx1">
                    <a:tint val="75000"/>
                  </a:schemeClr>
                </a:solidFill>
              </a:defRPr>
            </a:lvl2pPr>
            <a:lvl3pPr marL="3017520" indent="0">
              <a:buNone/>
              <a:defRPr sz="5940">
                <a:solidFill>
                  <a:schemeClr val="tx1">
                    <a:tint val="75000"/>
                  </a:schemeClr>
                </a:solidFill>
              </a:defRPr>
            </a:lvl3pPr>
            <a:lvl4pPr marL="4526280" indent="0">
              <a:buNone/>
              <a:defRPr sz="5280">
                <a:solidFill>
                  <a:schemeClr val="tx1">
                    <a:tint val="75000"/>
                  </a:schemeClr>
                </a:solidFill>
              </a:defRPr>
            </a:lvl4pPr>
            <a:lvl5pPr marL="6035040" indent="0">
              <a:buNone/>
              <a:defRPr sz="5280">
                <a:solidFill>
                  <a:schemeClr val="tx1">
                    <a:tint val="75000"/>
                  </a:schemeClr>
                </a:solidFill>
              </a:defRPr>
            </a:lvl5pPr>
            <a:lvl6pPr marL="7543800" indent="0">
              <a:buNone/>
              <a:defRPr sz="5280">
                <a:solidFill>
                  <a:schemeClr val="tx1">
                    <a:tint val="75000"/>
                  </a:schemeClr>
                </a:solidFill>
              </a:defRPr>
            </a:lvl6pPr>
            <a:lvl7pPr marL="9052560" indent="0">
              <a:buNone/>
              <a:defRPr sz="5280">
                <a:solidFill>
                  <a:schemeClr val="tx1">
                    <a:tint val="75000"/>
                  </a:schemeClr>
                </a:solidFill>
              </a:defRPr>
            </a:lvl7pPr>
            <a:lvl8pPr marL="10561320" indent="0">
              <a:buNone/>
              <a:defRPr sz="5280">
                <a:solidFill>
                  <a:schemeClr val="tx1">
                    <a:tint val="75000"/>
                  </a:schemeClr>
                </a:solidFill>
              </a:defRPr>
            </a:lvl8pPr>
            <a:lvl9pPr marL="12070080" indent="0">
              <a:buNone/>
              <a:defRPr sz="528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5E54BF6-E217-4745-80E3-1D6D0769377A}" type="datetimeFigureOut">
              <a:rPr lang="en-US" smtClean="0"/>
              <a:t>12/10/2025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F4BFDB1-8178-41C5-87A3-FF6CC661AADB}" type="slidenum">
              <a:rPr lang="en-US" smtClean="0"/>
              <a:t>‹#›</a:t>
            </a:fld>
            <a:endParaRPr lang="en-US" dirty="0"/>
          </a:p>
        </p:txBody>
      </p:sp>
    </p:spTree>
    <p:extLst>
      <p:ext uri="{BB962C8B-B14F-4D97-AF65-F5344CB8AC3E}">
        <p14:creationId xmlns:p14="http://schemas.microsoft.com/office/powerpoint/2010/main" val="41110922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2074545" y="11684000"/>
            <a:ext cx="12824460" cy="2784856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15276195" y="11684000"/>
            <a:ext cx="12824460" cy="2784856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65E54BF6-E217-4745-80E3-1D6D0769377A}" type="datetimeFigureOut">
              <a:rPr lang="en-US" smtClean="0"/>
              <a:t>12/10/2025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2F4BFDB1-8178-41C5-87A3-FF6CC661AADB}" type="slidenum">
              <a:rPr lang="en-US" smtClean="0"/>
              <a:t>‹#›</a:t>
            </a:fld>
            <a:endParaRPr lang="en-US" dirty="0"/>
          </a:p>
        </p:txBody>
      </p:sp>
    </p:spTree>
    <p:extLst>
      <p:ext uri="{BB962C8B-B14F-4D97-AF65-F5344CB8AC3E}">
        <p14:creationId xmlns:p14="http://schemas.microsoft.com/office/powerpoint/2010/main" val="18279217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078475" y="2336810"/>
            <a:ext cx="26026110" cy="848360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2078479" y="10759443"/>
            <a:ext cx="12765522" cy="5273037"/>
          </a:xfrm>
        </p:spPr>
        <p:txBody>
          <a:bodyPr anchor="b"/>
          <a:lstStyle>
            <a:lvl1pPr marL="0" indent="0">
              <a:buNone/>
              <a:defRPr sz="7920" b="1"/>
            </a:lvl1pPr>
            <a:lvl2pPr marL="1508760" indent="0">
              <a:buNone/>
              <a:defRPr sz="6600" b="1"/>
            </a:lvl2pPr>
            <a:lvl3pPr marL="3017520" indent="0">
              <a:buNone/>
              <a:defRPr sz="5940" b="1"/>
            </a:lvl3pPr>
            <a:lvl4pPr marL="4526280" indent="0">
              <a:buNone/>
              <a:defRPr sz="5280" b="1"/>
            </a:lvl4pPr>
            <a:lvl5pPr marL="6035040" indent="0">
              <a:buNone/>
              <a:defRPr sz="5280" b="1"/>
            </a:lvl5pPr>
            <a:lvl6pPr marL="7543800" indent="0">
              <a:buNone/>
              <a:defRPr sz="5280" b="1"/>
            </a:lvl6pPr>
            <a:lvl7pPr marL="9052560" indent="0">
              <a:buNone/>
              <a:defRPr sz="5280" b="1"/>
            </a:lvl7pPr>
            <a:lvl8pPr marL="10561320" indent="0">
              <a:buNone/>
              <a:defRPr sz="5280" b="1"/>
            </a:lvl8pPr>
            <a:lvl9pPr marL="12070080" indent="0">
              <a:buNone/>
              <a:defRPr sz="5280" b="1"/>
            </a:lvl9pPr>
          </a:lstStyle>
          <a:p>
            <a:pPr lvl="0"/>
            <a:r>
              <a:rPr lang="en-US" smtClean="0"/>
              <a:t>Edit Master text styles</a:t>
            </a:r>
          </a:p>
        </p:txBody>
      </p:sp>
      <p:sp>
        <p:nvSpPr>
          <p:cNvPr id="4" name="Content Placeholder 3"/>
          <p:cNvSpPr>
            <a:spLocks noGrp="1"/>
          </p:cNvSpPr>
          <p:nvPr>
            <p:ph sz="half" idx="2"/>
          </p:nvPr>
        </p:nvSpPr>
        <p:spPr>
          <a:xfrm>
            <a:off x="2078479" y="16032480"/>
            <a:ext cx="12765522" cy="2358136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15276197" y="10759443"/>
            <a:ext cx="12828390" cy="5273037"/>
          </a:xfrm>
        </p:spPr>
        <p:txBody>
          <a:bodyPr anchor="b"/>
          <a:lstStyle>
            <a:lvl1pPr marL="0" indent="0">
              <a:buNone/>
              <a:defRPr sz="7920" b="1"/>
            </a:lvl1pPr>
            <a:lvl2pPr marL="1508760" indent="0">
              <a:buNone/>
              <a:defRPr sz="6600" b="1"/>
            </a:lvl2pPr>
            <a:lvl3pPr marL="3017520" indent="0">
              <a:buNone/>
              <a:defRPr sz="5940" b="1"/>
            </a:lvl3pPr>
            <a:lvl4pPr marL="4526280" indent="0">
              <a:buNone/>
              <a:defRPr sz="5280" b="1"/>
            </a:lvl4pPr>
            <a:lvl5pPr marL="6035040" indent="0">
              <a:buNone/>
              <a:defRPr sz="5280" b="1"/>
            </a:lvl5pPr>
            <a:lvl6pPr marL="7543800" indent="0">
              <a:buNone/>
              <a:defRPr sz="5280" b="1"/>
            </a:lvl6pPr>
            <a:lvl7pPr marL="9052560" indent="0">
              <a:buNone/>
              <a:defRPr sz="5280" b="1"/>
            </a:lvl7pPr>
            <a:lvl8pPr marL="10561320" indent="0">
              <a:buNone/>
              <a:defRPr sz="5280" b="1"/>
            </a:lvl8pPr>
            <a:lvl9pPr marL="12070080" indent="0">
              <a:buNone/>
              <a:defRPr sz="5280" b="1"/>
            </a:lvl9pPr>
          </a:lstStyle>
          <a:p>
            <a:pPr lvl="0"/>
            <a:r>
              <a:rPr lang="en-US" smtClean="0"/>
              <a:t>Edit Master text styles</a:t>
            </a:r>
          </a:p>
        </p:txBody>
      </p:sp>
      <p:sp>
        <p:nvSpPr>
          <p:cNvPr id="6" name="Content Placeholder 5"/>
          <p:cNvSpPr>
            <a:spLocks noGrp="1"/>
          </p:cNvSpPr>
          <p:nvPr>
            <p:ph sz="quarter" idx="4"/>
          </p:nvPr>
        </p:nvSpPr>
        <p:spPr>
          <a:xfrm>
            <a:off x="15276197" y="16032480"/>
            <a:ext cx="12828390" cy="2358136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65E54BF6-E217-4745-80E3-1D6D0769377A}" type="datetimeFigureOut">
              <a:rPr lang="en-US" smtClean="0"/>
              <a:t>12/10/2025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2F4BFDB1-8178-41C5-87A3-FF6CC661AADB}" type="slidenum">
              <a:rPr lang="en-US" smtClean="0"/>
              <a:t>‹#›</a:t>
            </a:fld>
            <a:endParaRPr lang="en-US" dirty="0"/>
          </a:p>
        </p:txBody>
      </p:sp>
    </p:spTree>
    <p:extLst>
      <p:ext uri="{BB962C8B-B14F-4D97-AF65-F5344CB8AC3E}">
        <p14:creationId xmlns:p14="http://schemas.microsoft.com/office/powerpoint/2010/main" val="17209156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65E54BF6-E217-4745-80E3-1D6D0769377A}" type="datetimeFigureOut">
              <a:rPr lang="en-US" smtClean="0"/>
              <a:t>12/10/2025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2F4BFDB1-8178-41C5-87A3-FF6CC661AADB}" type="slidenum">
              <a:rPr lang="en-US" smtClean="0"/>
              <a:t>‹#›</a:t>
            </a:fld>
            <a:endParaRPr lang="en-US" dirty="0"/>
          </a:p>
        </p:txBody>
      </p:sp>
    </p:spTree>
    <p:extLst>
      <p:ext uri="{BB962C8B-B14F-4D97-AF65-F5344CB8AC3E}">
        <p14:creationId xmlns:p14="http://schemas.microsoft.com/office/powerpoint/2010/main" val="42168392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5E54BF6-E217-4745-80E3-1D6D0769377A}" type="datetimeFigureOut">
              <a:rPr lang="en-US" smtClean="0"/>
              <a:t>12/10/2025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2F4BFDB1-8178-41C5-87A3-FF6CC661AADB}" type="slidenum">
              <a:rPr lang="en-US" smtClean="0"/>
              <a:t>‹#›</a:t>
            </a:fld>
            <a:endParaRPr lang="en-US" dirty="0"/>
          </a:p>
        </p:txBody>
      </p:sp>
    </p:spTree>
    <p:extLst>
      <p:ext uri="{BB962C8B-B14F-4D97-AF65-F5344CB8AC3E}">
        <p14:creationId xmlns:p14="http://schemas.microsoft.com/office/powerpoint/2010/main" val="10917170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78476" y="2926080"/>
            <a:ext cx="9732287" cy="10241280"/>
          </a:xfrm>
        </p:spPr>
        <p:txBody>
          <a:bodyPr anchor="b"/>
          <a:lstStyle>
            <a:lvl1pPr>
              <a:defRPr sz="10560"/>
            </a:lvl1pPr>
          </a:lstStyle>
          <a:p>
            <a:r>
              <a:rPr lang="en-US" smtClean="0"/>
              <a:t>Click to edit Master title style</a:t>
            </a:r>
            <a:endParaRPr lang="en-US" dirty="0"/>
          </a:p>
        </p:txBody>
      </p:sp>
      <p:sp>
        <p:nvSpPr>
          <p:cNvPr id="3" name="Content Placeholder 2"/>
          <p:cNvSpPr>
            <a:spLocks noGrp="1"/>
          </p:cNvSpPr>
          <p:nvPr>
            <p:ph idx="1"/>
          </p:nvPr>
        </p:nvSpPr>
        <p:spPr>
          <a:xfrm>
            <a:off x="12828390" y="6319530"/>
            <a:ext cx="15276195" cy="31191200"/>
          </a:xfrm>
        </p:spPr>
        <p:txBody>
          <a:bodyPr/>
          <a:lstStyle>
            <a:lvl1pPr>
              <a:defRPr sz="10560"/>
            </a:lvl1pPr>
            <a:lvl2pPr>
              <a:defRPr sz="9240"/>
            </a:lvl2pPr>
            <a:lvl3pPr>
              <a:defRPr sz="7920"/>
            </a:lvl3pPr>
            <a:lvl4pPr>
              <a:defRPr sz="6600"/>
            </a:lvl4pPr>
            <a:lvl5pPr>
              <a:defRPr sz="6600"/>
            </a:lvl5pPr>
            <a:lvl6pPr>
              <a:defRPr sz="6600"/>
            </a:lvl6pPr>
            <a:lvl7pPr>
              <a:defRPr sz="6600"/>
            </a:lvl7pPr>
            <a:lvl8pPr>
              <a:defRPr sz="6600"/>
            </a:lvl8pPr>
            <a:lvl9pPr>
              <a:defRPr sz="6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2078476" y="13167360"/>
            <a:ext cx="9732287" cy="24394163"/>
          </a:xfrm>
        </p:spPr>
        <p:txBody>
          <a:bodyPr/>
          <a:lstStyle>
            <a:lvl1pPr marL="0" indent="0">
              <a:buNone/>
              <a:defRPr sz="5280"/>
            </a:lvl1pPr>
            <a:lvl2pPr marL="1508760" indent="0">
              <a:buNone/>
              <a:defRPr sz="4620"/>
            </a:lvl2pPr>
            <a:lvl3pPr marL="3017520" indent="0">
              <a:buNone/>
              <a:defRPr sz="3960"/>
            </a:lvl3pPr>
            <a:lvl4pPr marL="4526280" indent="0">
              <a:buNone/>
              <a:defRPr sz="3300"/>
            </a:lvl4pPr>
            <a:lvl5pPr marL="6035040" indent="0">
              <a:buNone/>
              <a:defRPr sz="3300"/>
            </a:lvl5pPr>
            <a:lvl6pPr marL="7543800" indent="0">
              <a:buNone/>
              <a:defRPr sz="3300"/>
            </a:lvl6pPr>
            <a:lvl7pPr marL="9052560" indent="0">
              <a:buNone/>
              <a:defRPr sz="3300"/>
            </a:lvl7pPr>
            <a:lvl8pPr marL="10561320" indent="0">
              <a:buNone/>
              <a:defRPr sz="3300"/>
            </a:lvl8pPr>
            <a:lvl9pPr marL="12070080" indent="0">
              <a:buNone/>
              <a:defRPr sz="3300"/>
            </a:lvl9pPr>
          </a:lstStyle>
          <a:p>
            <a:pPr lvl="0"/>
            <a:r>
              <a:rPr lang="en-US" smtClean="0"/>
              <a:t>Edit Master text styles</a:t>
            </a:r>
          </a:p>
        </p:txBody>
      </p:sp>
      <p:sp>
        <p:nvSpPr>
          <p:cNvPr id="5" name="Date Placeholder 4"/>
          <p:cNvSpPr>
            <a:spLocks noGrp="1"/>
          </p:cNvSpPr>
          <p:nvPr>
            <p:ph type="dt" sz="half" idx="10"/>
          </p:nvPr>
        </p:nvSpPr>
        <p:spPr/>
        <p:txBody>
          <a:bodyPr/>
          <a:lstStyle/>
          <a:p>
            <a:fld id="{65E54BF6-E217-4745-80E3-1D6D0769377A}" type="datetimeFigureOut">
              <a:rPr lang="en-US" smtClean="0"/>
              <a:t>12/10/2025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2F4BFDB1-8178-41C5-87A3-FF6CC661AADB}" type="slidenum">
              <a:rPr lang="en-US" smtClean="0"/>
              <a:t>‹#›</a:t>
            </a:fld>
            <a:endParaRPr lang="en-US" dirty="0"/>
          </a:p>
        </p:txBody>
      </p:sp>
    </p:spTree>
    <p:extLst>
      <p:ext uri="{BB962C8B-B14F-4D97-AF65-F5344CB8AC3E}">
        <p14:creationId xmlns:p14="http://schemas.microsoft.com/office/powerpoint/2010/main" val="14095554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78476" y="2926080"/>
            <a:ext cx="9732287" cy="10241280"/>
          </a:xfrm>
        </p:spPr>
        <p:txBody>
          <a:bodyPr anchor="b"/>
          <a:lstStyle>
            <a:lvl1pPr>
              <a:defRPr sz="1056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2828390" y="6319530"/>
            <a:ext cx="15276195" cy="31191200"/>
          </a:xfrm>
        </p:spPr>
        <p:txBody>
          <a:bodyPr anchor="t"/>
          <a:lstStyle>
            <a:lvl1pPr marL="0" indent="0">
              <a:buNone/>
              <a:defRPr sz="10560"/>
            </a:lvl1pPr>
            <a:lvl2pPr marL="1508760" indent="0">
              <a:buNone/>
              <a:defRPr sz="9240"/>
            </a:lvl2pPr>
            <a:lvl3pPr marL="3017520" indent="0">
              <a:buNone/>
              <a:defRPr sz="7920"/>
            </a:lvl3pPr>
            <a:lvl4pPr marL="4526280" indent="0">
              <a:buNone/>
              <a:defRPr sz="6600"/>
            </a:lvl4pPr>
            <a:lvl5pPr marL="6035040" indent="0">
              <a:buNone/>
              <a:defRPr sz="6600"/>
            </a:lvl5pPr>
            <a:lvl6pPr marL="7543800" indent="0">
              <a:buNone/>
              <a:defRPr sz="6600"/>
            </a:lvl6pPr>
            <a:lvl7pPr marL="9052560" indent="0">
              <a:buNone/>
              <a:defRPr sz="6600"/>
            </a:lvl7pPr>
            <a:lvl8pPr marL="10561320" indent="0">
              <a:buNone/>
              <a:defRPr sz="6600"/>
            </a:lvl8pPr>
            <a:lvl9pPr marL="12070080" indent="0">
              <a:buNone/>
              <a:defRPr sz="6600"/>
            </a:lvl9pPr>
          </a:lstStyle>
          <a:p>
            <a:r>
              <a:rPr lang="en-US" dirty="0" smtClean="0"/>
              <a:t>Click icon to add picture</a:t>
            </a:r>
            <a:endParaRPr lang="en-US" dirty="0"/>
          </a:p>
        </p:txBody>
      </p:sp>
      <p:sp>
        <p:nvSpPr>
          <p:cNvPr id="4" name="Text Placeholder 3"/>
          <p:cNvSpPr>
            <a:spLocks noGrp="1"/>
          </p:cNvSpPr>
          <p:nvPr>
            <p:ph type="body" sz="half" idx="2"/>
          </p:nvPr>
        </p:nvSpPr>
        <p:spPr>
          <a:xfrm>
            <a:off x="2078476" y="13167360"/>
            <a:ext cx="9732287" cy="24394163"/>
          </a:xfrm>
        </p:spPr>
        <p:txBody>
          <a:bodyPr/>
          <a:lstStyle>
            <a:lvl1pPr marL="0" indent="0">
              <a:buNone/>
              <a:defRPr sz="5280"/>
            </a:lvl1pPr>
            <a:lvl2pPr marL="1508760" indent="0">
              <a:buNone/>
              <a:defRPr sz="4620"/>
            </a:lvl2pPr>
            <a:lvl3pPr marL="3017520" indent="0">
              <a:buNone/>
              <a:defRPr sz="3960"/>
            </a:lvl3pPr>
            <a:lvl4pPr marL="4526280" indent="0">
              <a:buNone/>
              <a:defRPr sz="3300"/>
            </a:lvl4pPr>
            <a:lvl5pPr marL="6035040" indent="0">
              <a:buNone/>
              <a:defRPr sz="3300"/>
            </a:lvl5pPr>
            <a:lvl6pPr marL="7543800" indent="0">
              <a:buNone/>
              <a:defRPr sz="3300"/>
            </a:lvl6pPr>
            <a:lvl7pPr marL="9052560" indent="0">
              <a:buNone/>
              <a:defRPr sz="3300"/>
            </a:lvl7pPr>
            <a:lvl8pPr marL="10561320" indent="0">
              <a:buNone/>
              <a:defRPr sz="3300"/>
            </a:lvl8pPr>
            <a:lvl9pPr marL="12070080" indent="0">
              <a:buNone/>
              <a:defRPr sz="3300"/>
            </a:lvl9pPr>
          </a:lstStyle>
          <a:p>
            <a:pPr lvl="0"/>
            <a:r>
              <a:rPr lang="en-US" smtClean="0"/>
              <a:t>Edit Master text styles</a:t>
            </a:r>
          </a:p>
        </p:txBody>
      </p:sp>
      <p:sp>
        <p:nvSpPr>
          <p:cNvPr id="5" name="Date Placeholder 4"/>
          <p:cNvSpPr>
            <a:spLocks noGrp="1"/>
          </p:cNvSpPr>
          <p:nvPr>
            <p:ph type="dt" sz="half" idx="10"/>
          </p:nvPr>
        </p:nvSpPr>
        <p:spPr/>
        <p:txBody>
          <a:bodyPr/>
          <a:lstStyle/>
          <a:p>
            <a:fld id="{65E54BF6-E217-4745-80E3-1D6D0769377A}" type="datetimeFigureOut">
              <a:rPr lang="en-US" smtClean="0"/>
              <a:t>12/10/2025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2F4BFDB1-8178-41C5-87A3-FF6CC661AADB}" type="slidenum">
              <a:rPr lang="en-US" smtClean="0"/>
              <a:t>‹#›</a:t>
            </a:fld>
            <a:endParaRPr lang="en-US" dirty="0"/>
          </a:p>
        </p:txBody>
      </p:sp>
    </p:spTree>
    <p:extLst>
      <p:ext uri="{BB962C8B-B14F-4D97-AF65-F5344CB8AC3E}">
        <p14:creationId xmlns:p14="http://schemas.microsoft.com/office/powerpoint/2010/main" val="21260145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5E54BF6-E217-4745-80E3-1D6D0769377A}" type="datetimeFigureOut">
              <a:rPr lang="en-US" smtClean="0"/>
              <a:t>12/10/2025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F4BFDB1-8178-41C5-87A3-FF6CC661AADB}" type="slidenum">
              <a:rPr lang="en-US" smtClean="0"/>
              <a:t>‹#›</a:t>
            </a:fld>
            <a:endParaRPr lang="en-US" dirty="0"/>
          </a:p>
        </p:txBody>
      </p:sp>
    </p:spTree>
    <p:extLst>
      <p:ext uri="{BB962C8B-B14F-4D97-AF65-F5344CB8AC3E}">
        <p14:creationId xmlns:p14="http://schemas.microsoft.com/office/powerpoint/2010/main" val="35322670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1594129" y="2336800"/>
            <a:ext cx="6506528" cy="37195763"/>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074546" y="2336800"/>
            <a:ext cx="19142393" cy="37195763"/>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5E54BF6-E217-4745-80E3-1D6D0769377A}" type="datetimeFigureOut">
              <a:rPr lang="en-US" smtClean="0"/>
              <a:t>12/10/2025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F4BFDB1-8178-41C5-87A3-FF6CC661AADB}" type="slidenum">
              <a:rPr lang="en-US" smtClean="0"/>
              <a:t>‹#›</a:t>
            </a:fld>
            <a:endParaRPr lang="en-US" dirty="0"/>
          </a:p>
        </p:txBody>
      </p:sp>
    </p:spTree>
    <p:extLst>
      <p:ext uri="{BB962C8B-B14F-4D97-AF65-F5344CB8AC3E}">
        <p14:creationId xmlns:p14="http://schemas.microsoft.com/office/powerpoint/2010/main" val="17837067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074545" y="2336810"/>
            <a:ext cx="26026110" cy="848360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2074545" y="11684000"/>
            <a:ext cx="26026110" cy="27848563"/>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2074545" y="40680650"/>
            <a:ext cx="6789420" cy="2336800"/>
          </a:xfrm>
          <a:prstGeom prst="rect">
            <a:avLst/>
          </a:prstGeom>
        </p:spPr>
        <p:txBody>
          <a:bodyPr vert="horz" lIns="91440" tIns="45720" rIns="91440" bIns="45720" rtlCol="0" anchor="ctr"/>
          <a:lstStyle>
            <a:lvl1pPr algn="l">
              <a:defRPr sz="3960">
                <a:solidFill>
                  <a:schemeClr val="tx1">
                    <a:tint val="75000"/>
                  </a:schemeClr>
                </a:solidFill>
              </a:defRPr>
            </a:lvl1pPr>
          </a:lstStyle>
          <a:p>
            <a:fld id="{65E54BF6-E217-4745-80E3-1D6D0769377A}" type="datetimeFigureOut">
              <a:rPr lang="en-US" smtClean="0"/>
              <a:t>12/10/2025</a:t>
            </a:fld>
            <a:endParaRPr lang="en-US" dirty="0"/>
          </a:p>
        </p:txBody>
      </p:sp>
      <p:sp>
        <p:nvSpPr>
          <p:cNvPr id="5" name="Footer Placeholder 4"/>
          <p:cNvSpPr>
            <a:spLocks noGrp="1"/>
          </p:cNvSpPr>
          <p:nvPr>
            <p:ph type="ftr" sz="quarter" idx="3"/>
          </p:nvPr>
        </p:nvSpPr>
        <p:spPr>
          <a:xfrm>
            <a:off x="9995535" y="40680650"/>
            <a:ext cx="10184130" cy="2336800"/>
          </a:xfrm>
          <a:prstGeom prst="rect">
            <a:avLst/>
          </a:prstGeom>
        </p:spPr>
        <p:txBody>
          <a:bodyPr vert="horz" lIns="91440" tIns="45720" rIns="91440" bIns="45720" rtlCol="0" anchor="ctr"/>
          <a:lstStyle>
            <a:lvl1pPr algn="ctr">
              <a:defRPr sz="396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21311235" y="40680650"/>
            <a:ext cx="6789420" cy="2336800"/>
          </a:xfrm>
          <a:prstGeom prst="rect">
            <a:avLst/>
          </a:prstGeom>
        </p:spPr>
        <p:txBody>
          <a:bodyPr vert="horz" lIns="91440" tIns="45720" rIns="91440" bIns="45720" rtlCol="0" anchor="ctr"/>
          <a:lstStyle>
            <a:lvl1pPr algn="r">
              <a:defRPr sz="3960">
                <a:solidFill>
                  <a:schemeClr val="tx1">
                    <a:tint val="75000"/>
                  </a:schemeClr>
                </a:solidFill>
              </a:defRPr>
            </a:lvl1pPr>
          </a:lstStyle>
          <a:p>
            <a:fld id="{2F4BFDB1-8178-41C5-87A3-FF6CC661AADB}" type="slidenum">
              <a:rPr lang="en-US" smtClean="0"/>
              <a:t>‹#›</a:t>
            </a:fld>
            <a:endParaRPr lang="en-US" dirty="0"/>
          </a:p>
        </p:txBody>
      </p:sp>
    </p:spTree>
    <p:extLst>
      <p:ext uri="{BB962C8B-B14F-4D97-AF65-F5344CB8AC3E}">
        <p14:creationId xmlns:p14="http://schemas.microsoft.com/office/powerpoint/2010/main" val="180394218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3017520" rtl="0" eaLnBrk="1" latinLnBrk="0" hangingPunct="1">
        <a:lnSpc>
          <a:spcPct val="90000"/>
        </a:lnSpc>
        <a:spcBef>
          <a:spcPct val="0"/>
        </a:spcBef>
        <a:buNone/>
        <a:defRPr sz="14520" kern="1200">
          <a:solidFill>
            <a:schemeClr val="tx1"/>
          </a:solidFill>
          <a:latin typeface="+mj-lt"/>
          <a:ea typeface="+mj-ea"/>
          <a:cs typeface="+mj-cs"/>
        </a:defRPr>
      </a:lvl1pPr>
    </p:titleStyle>
    <p:bodyStyle>
      <a:lvl1pPr marL="754380" indent="-754380" algn="l" defTabSz="3017520" rtl="0" eaLnBrk="1" latinLnBrk="0" hangingPunct="1">
        <a:lnSpc>
          <a:spcPct val="90000"/>
        </a:lnSpc>
        <a:spcBef>
          <a:spcPts val="3300"/>
        </a:spcBef>
        <a:buFont typeface="Arial" panose="020B0604020202020204" pitchFamily="34" charset="0"/>
        <a:buChar char="•"/>
        <a:defRPr sz="9240" kern="1200">
          <a:solidFill>
            <a:schemeClr val="tx1"/>
          </a:solidFill>
          <a:latin typeface="+mn-lt"/>
          <a:ea typeface="+mn-ea"/>
          <a:cs typeface="+mn-cs"/>
        </a:defRPr>
      </a:lvl1pPr>
      <a:lvl2pPr marL="2263140" indent="-754380" algn="l" defTabSz="3017520" rtl="0" eaLnBrk="1" latinLnBrk="0" hangingPunct="1">
        <a:lnSpc>
          <a:spcPct val="90000"/>
        </a:lnSpc>
        <a:spcBef>
          <a:spcPts val="1650"/>
        </a:spcBef>
        <a:buFont typeface="Arial" panose="020B0604020202020204" pitchFamily="34" charset="0"/>
        <a:buChar char="•"/>
        <a:defRPr sz="7920" kern="1200">
          <a:solidFill>
            <a:schemeClr val="tx1"/>
          </a:solidFill>
          <a:latin typeface="+mn-lt"/>
          <a:ea typeface="+mn-ea"/>
          <a:cs typeface="+mn-cs"/>
        </a:defRPr>
      </a:lvl2pPr>
      <a:lvl3pPr marL="3771900" indent="-754380" algn="l" defTabSz="3017520" rtl="0" eaLnBrk="1" latinLnBrk="0" hangingPunct="1">
        <a:lnSpc>
          <a:spcPct val="90000"/>
        </a:lnSpc>
        <a:spcBef>
          <a:spcPts val="1650"/>
        </a:spcBef>
        <a:buFont typeface="Arial" panose="020B0604020202020204" pitchFamily="34" charset="0"/>
        <a:buChar char="•"/>
        <a:defRPr sz="6600" kern="1200">
          <a:solidFill>
            <a:schemeClr val="tx1"/>
          </a:solidFill>
          <a:latin typeface="+mn-lt"/>
          <a:ea typeface="+mn-ea"/>
          <a:cs typeface="+mn-cs"/>
        </a:defRPr>
      </a:lvl3pPr>
      <a:lvl4pPr marL="5280660" indent="-754380" algn="l" defTabSz="3017520" rtl="0" eaLnBrk="1" latinLnBrk="0" hangingPunct="1">
        <a:lnSpc>
          <a:spcPct val="90000"/>
        </a:lnSpc>
        <a:spcBef>
          <a:spcPts val="1650"/>
        </a:spcBef>
        <a:buFont typeface="Arial" panose="020B0604020202020204" pitchFamily="34" charset="0"/>
        <a:buChar char="•"/>
        <a:defRPr sz="5940" kern="1200">
          <a:solidFill>
            <a:schemeClr val="tx1"/>
          </a:solidFill>
          <a:latin typeface="+mn-lt"/>
          <a:ea typeface="+mn-ea"/>
          <a:cs typeface="+mn-cs"/>
        </a:defRPr>
      </a:lvl4pPr>
      <a:lvl5pPr marL="6789420" indent="-754380" algn="l" defTabSz="3017520" rtl="0" eaLnBrk="1" latinLnBrk="0" hangingPunct="1">
        <a:lnSpc>
          <a:spcPct val="90000"/>
        </a:lnSpc>
        <a:spcBef>
          <a:spcPts val="1650"/>
        </a:spcBef>
        <a:buFont typeface="Arial" panose="020B0604020202020204" pitchFamily="34" charset="0"/>
        <a:buChar char="•"/>
        <a:defRPr sz="5940" kern="1200">
          <a:solidFill>
            <a:schemeClr val="tx1"/>
          </a:solidFill>
          <a:latin typeface="+mn-lt"/>
          <a:ea typeface="+mn-ea"/>
          <a:cs typeface="+mn-cs"/>
        </a:defRPr>
      </a:lvl5pPr>
      <a:lvl6pPr marL="8298180" indent="-754380" algn="l" defTabSz="3017520" rtl="0" eaLnBrk="1" latinLnBrk="0" hangingPunct="1">
        <a:lnSpc>
          <a:spcPct val="90000"/>
        </a:lnSpc>
        <a:spcBef>
          <a:spcPts val="1650"/>
        </a:spcBef>
        <a:buFont typeface="Arial" panose="020B0604020202020204" pitchFamily="34" charset="0"/>
        <a:buChar char="•"/>
        <a:defRPr sz="5940" kern="1200">
          <a:solidFill>
            <a:schemeClr val="tx1"/>
          </a:solidFill>
          <a:latin typeface="+mn-lt"/>
          <a:ea typeface="+mn-ea"/>
          <a:cs typeface="+mn-cs"/>
        </a:defRPr>
      </a:lvl6pPr>
      <a:lvl7pPr marL="9806940" indent="-754380" algn="l" defTabSz="3017520" rtl="0" eaLnBrk="1" latinLnBrk="0" hangingPunct="1">
        <a:lnSpc>
          <a:spcPct val="90000"/>
        </a:lnSpc>
        <a:spcBef>
          <a:spcPts val="1650"/>
        </a:spcBef>
        <a:buFont typeface="Arial" panose="020B0604020202020204" pitchFamily="34" charset="0"/>
        <a:buChar char="•"/>
        <a:defRPr sz="5940" kern="1200">
          <a:solidFill>
            <a:schemeClr val="tx1"/>
          </a:solidFill>
          <a:latin typeface="+mn-lt"/>
          <a:ea typeface="+mn-ea"/>
          <a:cs typeface="+mn-cs"/>
        </a:defRPr>
      </a:lvl7pPr>
      <a:lvl8pPr marL="11315700" indent="-754380" algn="l" defTabSz="3017520" rtl="0" eaLnBrk="1" latinLnBrk="0" hangingPunct="1">
        <a:lnSpc>
          <a:spcPct val="90000"/>
        </a:lnSpc>
        <a:spcBef>
          <a:spcPts val="1650"/>
        </a:spcBef>
        <a:buFont typeface="Arial" panose="020B0604020202020204" pitchFamily="34" charset="0"/>
        <a:buChar char="•"/>
        <a:defRPr sz="5940" kern="1200">
          <a:solidFill>
            <a:schemeClr val="tx1"/>
          </a:solidFill>
          <a:latin typeface="+mn-lt"/>
          <a:ea typeface="+mn-ea"/>
          <a:cs typeface="+mn-cs"/>
        </a:defRPr>
      </a:lvl8pPr>
      <a:lvl9pPr marL="12824460" indent="-754380" algn="l" defTabSz="3017520" rtl="0" eaLnBrk="1" latinLnBrk="0" hangingPunct="1">
        <a:lnSpc>
          <a:spcPct val="90000"/>
        </a:lnSpc>
        <a:spcBef>
          <a:spcPts val="1650"/>
        </a:spcBef>
        <a:buFont typeface="Arial" panose="020B0604020202020204" pitchFamily="34" charset="0"/>
        <a:buChar char="•"/>
        <a:defRPr sz="5940" kern="1200">
          <a:solidFill>
            <a:schemeClr val="tx1"/>
          </a:solidFill>
          <a:latin typeface="+mn-lt"/>
          <a:ea typeface="+mn-ea"/>
          <a:cs typeface="+mn-cs"/>
        </a:defRPr>
      </a:lvl9pPr>
    </p:bodyStyle>
    <p:otherStyle>
      <a:defPPr>
        <a:defRPr lang="en-US"/>
      </a:defPPr>
      <a:lvl1pPr marL="0" algn="l" defTabSz="3017520" rtl="0" eaLnBrk="1" latinLnBrk="0" hangingPunct="1">
        <a:defRPr sz="5940" kern="1200">
          <a:solidFill>
            <a:schemeClr val="tx1"/>
          </a:solidFill>
          <a:latin typeface="+mn-lt"/>
          <a:ea typeface="+mn-ea"/>
          <a:cs typeface="+mn-cs"/>
        </a:defRPr>
      </a:lvl1pPr>
      <a:lvl2pPr marL="1508760" algn="l" defTabSz="3017520" rtl="0" eaLnBrk="1" latinLnBrk="0" hangingPunct="1">
        <a:defRPr sz="5940" kern="1200">
          <a:solidFill>
            <a:schemeClr val="tx1"/>
          </a:solidFill>
          <a:latin typeface="+mn-lt"/>
          <a:ea typeface="+mn-ea"/>
          <a:cs typeface="+mn-cs"/>
        </a:defRPr>
      </a:lvl2pPr>
      <a:lvl3pPr marL="3017520" algn="l" defTabSz="3017520" rtl="0" eaLnBrk="1" latinLnBrk="0" hangingPunct="1">
        <a:defRPr sz="5940" kern="1200">
          <a:solidFill>
            <a:schemeClr val="tx1"/>
          </a:solidFill>
          <a:latin typeface="+mn-lt"/>
          <a:ea typeface="+mn-ea"/>
          <a:cs typeface="+mn-cs"/>
        </a:defRPr>
      </a:lvl3pPr>
      <a:lvl4pPr marL="4526280" algn="l" defTabSz="3017520" rtl="0" eaLnBrk="1" latinLnBrk="0" hangingPunct="1">
        <a:defRPr sz="5940" kern="1200">
          <a:solidFill>
            <a:schemeClr val="tx1"/>
          </a:solidFill>
          <a:latin typeface="+mn-lt"/>
          <a:ea typeface="+mn-ea"/>
          <a:cs typeface="+mn-cs"/>
        </a:defRPr>
      </a:lvl4pPr>
      <a:lvl5pPr marL="6035040" algn="l" defTabSz="3017520" rtl="0" eaLnBrk="1" latinLnBrk="0" hangingPunct="1">
        <a:defRPr sz="5940" kern="1200">
          <a:solidFill>
            <a:schemeClr val="tx1"/>
          </a:solidFill>
          <a:latin typeface="+mn-lt"/>
          <a:ea typeface="+mn-ea"/>
          <a:cs typeface="+mn-cs"/>
        </a:defRPr>
      </a:lvl5pPr>
      <a:lvl6pPr marL="7543800" algn="l" defTabSz="3017520" rtl="0" eaLnBrk="1" latinLnBrk="0" hangingPunct="1">
        <a:defRPr sz="5940" kern="1200">
          <a:solidFill>
            <a:schemeClr val="tx1"/>
          </a:solidFill>
          <a:latin typeface="+mn-lt"/>
          <a:ea typeface="+mn-ea"/>
          <a:cs typeface="+mn-cs"/>
        </a:defRPr>
      </a:lvl6pPr>
      <a:lvl7pPr marL="9052560" algn="l" defTabSz="3017520" rtl="0" eaLnBrk="1" latinLnBrk="0" hangingPunct="1">
        <a:defRPr sz="5940" kern="1200">
          <a:solidFill>
            <a:schemeClr val="tx1"/>
          </a:solidFill>
          <a:latin typeface="+mn-lt"/>
          <a:ea typeface="+mn-ea"/>
          <a:cs typeface="+mn-cs"/>
        </a:defRPr>
      </a:lvl7pPr>
      <a:lvl8pPr marL="10561320" algn="l" defTabSz="3017520" rtl="0" eaLnBrk="1" latinLnBrk="0" hangingPunct="1">
        <a:defRPr sz="5940" kern="1200">
          <a:solidFill>
            <a:schemeClr val="tx1"/>
          </a:solidFill>
          <a:latin typeface="+mn-lt"/>
          <a:ea typeface="+mn-ea"/>
          <a:cs typeface="+mn-cs"/>
        </a:defRPr>
      </a:lvl8pPr>
      <a:lvl9pPr marL="12070080" algn="l" defTabSz="3017520" rtl="0" eaLnBrk="1" latinLnBrk="0" hangingPunct="1">
        <a:defRPr sz="594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jfif"/><Relationship Id="rId3" Type="http://schemas.openxmlformats.org/officeDocument/2006/relationships/image" Target="../media/image2.PNG"/><Relationship Id="rId7" Type="http://schemas.openxmlformats.org/officeDocument/2006/relationships/image" Target="../media/image6.jpeg"/><Relationship Id="rId12" Type="http://schemas.openxmlformats.org/officeDocument/2006/relationships/image" Target="../media/image11.png"/><Relationship Id="rId17" Type="http://schemas.openxmlformats.org/officeDocument/2006/relationships/image" Target="../media/image16.png"/><Relationship Id="rId2" Type="http://schemas.openxmlformats.org/officeDocument/2006/relationships/image" Target="../media/image1.png"/><Relationship Id="rId16" Type="http://schemas.openxmlformats.org/officeDocument/2006/relationships/image" Target="../media/image15.PNG"/><Relationship Id="rId1" Type="http://schemas.openxmlformats.org/officeDocument/2006/relationships/slideLayout" Target="../slideLayouts/slideLayout1.xml"/><Relationship Id="rId6" Type="http://schemas.openxmlformats.org/officeDocument/2006/relationships/image" Target="../media/image5.jpeg"/><Relationship Id="rId11" Type="http://schemas.openxmlformats.org/officeDocument/2006/relationships/image" Target="../media/image10.png"/><Relationship Id="rId5" Type="http://schemas.openxmlformats.org/officeDocument/2006/relationships/image" Target="../media/image4.jpeg"/><Relationship Id="rId15" Type="http://schemas.openxmlformats.org/officeDocument/2006/relationships/image" Target="../media/image14.png"/><Relationship Id="rId10" Type="http://schemas.openxmlformats.org/officeDocument/2006/relationships/image" Target="../media/image9.png"/><Relationship Id="rId4" Type="http://schemas.openxmlformats.org/officeDocument/2006/relationships/image" Target="../media/image3.jpeg"/><Relationship Id="rId9" Type="http://schemas.openxmlformats.org/officeDocument/2006/relationships/image" Target="../media/image8.PNG"/><Relationship Id="rId1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128937" y="-177273"/>
            <a:ext cx="30175200" cy="43891200"/>
          </a:xfrm>
          <a:prstGeom prst="rect">
            <a:avLst/>
          </a:prstGeom>
          <a:solidFill>
            <a:srgbClr val="F5F7F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9"/>
          <p:cNvSpPr txBox="1"/>
          <p:nvPr/>
        </p:nvSpPr>
        <p:spPr>
          <a:xfrm>
            <a:off x="8623178" y="-177273"/>
            <a:ext cx="12670972" cy="3170099"/>
          </a:xfrm>
          <a:prstGeom prst="rect">
            <a:avLst/>
          </a:prstGeom>
          <a:noFill/>
        </p:spPr>
        <p:txBody>
          <a:bodyPr wrap="square" rtlCol="0">
            <a:spAutoFit/>
          </a:bodyPr>
          <a:lstStyle/>
          <a:p>
            <a:pPr algn="ctr"/>
            <a:r>
              <a:rPr lang="en-US" sz="20000" dirty="0" smtClean="0">
                <a:latin typeface="Times New Roman" panose="02020603050405020304" pitchFamily="18" charset="0"/>
                <a:cs typeface="Times New Roman" panose="02020603050405020304" pitchFamily="18" charset="0"/>
              </a:rPr>
              <a:t>Advisify</a:t>
            </a:r>
            <a:endParaRPr lang="en-US" sz="20000" dirty="0">
              <a:latin typeface="Times New Roman" panose="02020603050405020304" pitchFamily="18" charset="0"/>
              <a:cs typeface="Times New Roman" panose="02020603050405020304" pitchFamily="18" charset="0"/>
            </a:endParaRPr>
          </a:p>
        </p:txBody>
      </p:sp>
      <p:sp>
        <p:nvSpPr>
          <p:cNvPr id="11" name="TextBox 10"/>
          <p:cNvSpPr txBox="1"/>
          <p:nvPr/>
        </p:nvSpPr>
        <p:spPr>
          <a:xfrm>
            <a:off x="4392590" y="3032551"/>
            <a:ext cx="20182115" cy="3416320"/>
          </a:xfrm>
          <a:prstGeom prst="rect">
            <a:avLst/>
          </a:prstGeom>
          <a:noFill/>
        </p:spPr>
        <p:txBody>
          <a:bodyPr wrap="square" rtlCol="0">
            <a:spAutoFit/>
          </a:bodyPr>
          <a:lstStyle/>
          <a:p>
            <a:pPr algn="ctr"/>
            <a:r>
              <a:rPr lang="en-US" sz="7200" dirty="0" smtClean="0">
                <a:latin typeface="Times New Roman" panose="02020603050405020304" pitchFamily="18" charset="0"/>
                <a:cs typeface="Times New Roman" panose="02020603050405020304" pitchFamily="18" charset="0"/>
              </a:rPr>
              <a:t>				Ali </a:t>
            </a:r>
            <a:r>
              <a:rPr lang="en-US" sz="7200" dirty="0" smtClean="0">
                <a:latin typeface="Times New Roman" panose="02020603050405020304" pitchFamily="18" charset="0"/>
                <a:cs typeface="Times New Roman" panose="02020603050405020304" pitchFamily="18" charset="0"/>
              </a:rPr>
              <a:t>Raza Bugti (FA22-BSCS-0136), </a:t>
            </a:r>
            <a:endParaRPr lang="en-US" sz="7200" dirty="0" smtClean="0">
              <a:latin typeface="Times New Roman" panose="02020603050405020304" pitchFamily="18" charset="0"/>
              <a:cs typeface="Times New Roman" panose="02020603050405020304" pitchFamily="18" charset="0"/>
            </a:endParaRPr>
          </a:p>
          <a:p>
            <a:pPr algn="ctr"/>
            <a:r>
              <a:rPr lang="en-US" sz="7200" dirty="0" smtClean="0">
                <a:latin typeface="Times New Roman" panose="02020603050405020304" pitchFamily="18" charset="0"/>
                <a:cs typeface="Times New Roman" panose="02020603050405020304" pitchFamily="18" charset="0"/>
              </a:rPr>
              <a:t>								Muhammad Ahmed (FA22-BSCS-0210), </a:t>
            </a:r>
          </a:p>
          <a:p>
            <a:pPr algn="ctr"/>
            <a:r>
              <a:rPr lang="en-US" sz="7200" dirty="0" smtClean="0">
                <a:latin typeface="Times New Roman" panose="02020603050405020304" pitchFamily="18" charset="0"/>
                <a:cs typeface="Times New Roman" panose="02020603050405020304" pitchFamily="18" charset="0"/>
              </a:rPr>
              <a:t>Arfat </a:t>
            </a:r>
            <a:r>
              <a:rPr lang="en-US" sz="7200" dirty="0">
                <a:latin typeface="Times New Roman" panose="02020603050405020304" pitchFamily="18" charset="0"/>
                <a:cs typeface="Times New Roman" panose="02020603050405020304" pitchFamily="18" charset="0"/>
              </a:rPr>
              <a:t>Ayub (</a:t>
            </a:r>
            <a:r>
              <a:rPr lang="en-US" sz="7200" dirty="0" smtClean="0">
                <a:latin typeface="Times New Roman" panose="02020603050405020304" pitchFamily="18" charset="0"/>
                <a:cs typeface="Times New Roman" panose="02020603050405020304" pitchFamily="18" charset="0"/>
              </a:rPr>
              <a:t>FA22-BSCS-0138)</a:t>
            </a:r>
            <a:endParaRPr lang="en-US" sz="7200" dirty="0">
              <a:latin typeface="Times New Roman" panose="02020603050405020304" pitchFamily="18" charset="0"/>
              <a:cs typeface="Times New Roman" panose="02020603050405020304" pitchFamily="18" charset="0"/>
            </a:endParaRPr>
          </a:p>
        </p:txBody>
      </p:sp>
      <p:sp>
        <p:nvSpPr>
          <p:cNvPr id="12" name="Oval 11"/>
          <p:cNvSpPr/>
          <p:nvPr/>
        </p:nvSpPr>
        <p:spPr>
          <a:xfrm>
            <a:off x="587827" y="1045030"/>
            <a:ext cx="3657600" cy="3657600"/>
          </a:xfrm>
          <a:prstGeom prst="ellipse">
            <a:avLst/>
          </a:prstGeom>
          <a:blipFill dpi="0" rotWithShape="1">
            <a:blip r:embed="rId2">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p:cNvSpPr txBox="1"/>
          <p:nvPr/>
        </p:nvSpPr>
        <p:spPr>
          <a:xfrm>
            <a:off x="4659708" y="6396467"/>
            <a:ext cx="20182115" cy="2123658"/>
          </a:xfrm>
          <a:prstGeom prst="rect">
            <a:avLst/>
          </a:prstGeom>
          <a:noFill/>
        </p:spPr>
        <p:txBody>
          <a:bodyPr wrap="square" rtlCol="0">
            <a:spAutoFit/>
          </a:bodyPr>
          <a:lstStyle/>
          <a:p>
            <a:pPr algn="ctr"/>
            <a:r>
              <a:rPr lang="en-US" sz="6600" dirty="0" smtClean="0"/>
              <a:t>Supervisor</a:t>
            </a:r>
          </a:p>
          <a:p>
            <a:pPr algn="ctr"/>
            <a:r>
              <a:rPr lang="en-US" sz="6600" dirty="0" smtClean="0"/>
              <a:t>Syed Haider Imam jaffery</a:t>
            </a:r>
            <a:endParaRPr lang="en-US" sz="6600" dirty="0"/>
          </a:p>
        </p:txBody>
      </p:sp>
      <p:sp>
        <p:nvSpPr>
          <p:cNvPr id="14" name="TextBox 13"/>
          <p:cNvSpPr txBox="1"/>
          <p:nvPr/>
        </p:nvSpPr>
        <p:spPr>
          <a:xfrm>
            <a:off x="4867606" y="8531040"/>
            <a:ext cx="20182115" cy="1107996"/>
          </a:xfrm>
          <a:prstGeom prst="rect">
            <a:avLst/>
          </a:prstGeom>
          <a:noFill/>
        </p:spPr>
        <p:txBody>
          <a:bodyPr wrap="square" rtlCol="0">
            <a:spAutoFit/>
          </a:bodyPr>
          <a:lstStyle/>
          <a:p>
            <a:pPr algn="ctr"/>
            <a:r>
              <a:rPr lang="en-US" sz="6600" dirty="0" smtClean="0">
                <a:latin typeface="Times New Roman" panose="02020603050405020304" pitchFamily="18" charset="0"/>
                <a:cs typeface="Times New Roman" panose="02020603050405020304" pitchFamily="18" charset="0"/>
              </a:rPr>
              <a:t>BS (Computer Science)</a:t>
            </a:r>
            <a:endParaRPr lang="en-US" sz="6600" dirty="0">
              <a:latin typeface="Times New Roman" panose="02020603050405020304" pitchFamily="18" charset="0"/>
              <a:cs typeface="Times New Roman" panose="02020603050405020304" pitchFamily="18" charset="0"/>
            </a:endParaRPr>
          </a:p>
        </p:txBody>
      </p:sp>
      <p:sp>
        <p:nvSpPr>
          <p:cNvPr id="15" name="TextBox 14"/>
          <p:cNvSpPr txBox="1"/>
          <p:nvPr/>
        </p:nvSpPr>
        <p:spPr>
          <a:xfrm>
            <a:off x="5504541" y="9615982"/>
            <a:ext cx="20182115" cy="1107996"/>
          </a:xfrm>
          <a:prstGeom prst="rect">
            <a:avLst/>
          </a:prstGeom>
          <a:noFill/>
        </p:spPr>
        <p:txBody>
          <a:bodyPr wrap="square" rtlCol="0">
            <a:spAutoFit/>
          </a:bodyPr>
          <a:lstStyle/>
          <a:p>
            <a:pPr algn="ctr"/>
            <a:r>
              <a:rPr lang="en-US" sz="6600" dirty="0" smtClean="0"/>
              <a:t>Faculty of Computing, Mohammad Ali Jinnah University</a:t>
            </a:r>
            <a:endParaRPr lang="en-US" sz="6600" dirty="0"/>
          </a:p>
        </p:txBody>
      </p:sp>
      <p:sp>
        <p:nvSpPr>
          <p:cNvPr id="16" name="TextBox 15"/>
          <p:cNvSpPr txBox="1"/>
          <p:nvPr/>
        </p:nvSpPr>
        <p:spPr>
          <a:xfrm>
            <a:off x="130626" y="5232414"/>
            <a:ext cx="6074229" cy="2123658"/>
          </a:xfrm>
          <a:prstGeom prst="rect">
            <a:avLst/>
          </a:prstGeom>
          <a:solidFill>
            <a:srgbClr val="0F4C81"/>
          </a:solidFill>
        </p:spPr>
        <p:txBody>
          <a:bodyPr wrap="square" rtlCol="0">
            <a:spAutoFit/>
          </a:bodyPr>
          <a:lstStyle/>
          <a:p>
            <a:pPr algn="ctr"/>
            <a:r>
              <a:rPr lang="en-US" sz="6600" dirty="0" smtClean="0">
                <a:solidFill>
                  <a:schemeClr val="bg1"/>
                </a:solidFill>
              </a:rPr>
              <a:t>Project ID – CS/FYP/FA25/31</a:t>
            </a:r>
            <a:endParaRPr lang="en-US" sz="6600" dirty="0">
              <a:solidFill>
                <a:schemeClr val="bg1"/>
              </a:solidFill>
            </a:endParaRPr>
          </a:p>
        </p:txBody>
      </p:sp>
      <p:sp>
        <p:nvSpPr>
          <p:cNvPr id="18" name="Rectangle 17"/>
          <p:cNvSpPr/>
          <p:nvPr/>
        </p:nvSpPr>
        <p:spPr>
          <a:xfrm>
            <a:off x="-97977" y="11656006"/>
            <a:ext cx="13944605" cy="105608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800" dirty="0" smtClean="0">
                <a:solidFill>
                  <a:schemeClr val="tx1"/>
                </a:solidFill>
                <a:latin typeface="Times New Roman" panose="02020603050405020304" pitchFamily="18" charset="0"/>
                <a:cs typeface="Times New Roman" panose="02020603050405020304" pitchFamily="18" charset="0"/>
              </a:rPr>
              <a:t>BSCS </a:t>
            </a:r>
            <a:r>
              <a:rPr lang="en-US" sz="4800" dirty="0">
                <a:solidFill>
                  <a:schemeClr val="tx1"/>
                </a:solidFill>
                <a:latin typeface="Times New Roman" panose="02020603050405020304" pitchFamily="18" charset="0"/>
                <a:cs typeface="Times New Roman" panose="02020603050405020304" pitchFamily="18" charset="0"/>
              </a:rPr>
              <a:t>course registration process is manual, complex, and inefficient, especially for advisory students. Advisors must check each student’s transcript, track failed courses, prerequisites, and semester requirements, leading to long queues, delays, and administrative overhead. Existing systems lack AI-driven automation to prioritize failed courses, ensure prerequisite compliance, and generate optimized semester-wise course allocations, making the registration process time-consuming and error-prone.</a:t>
            </a:r>
          </a:p>
        </p:txBody>
      </p:sp>
      <p:sp>
        <p:nvSpPr>
          <p:cNvPr id="19" name="TextBox 18"/>
          <p:cNvSpPr txBox="1"/>
          <p:nvPr/>
        </p:nvSpPr>
        <p:spPr>
          <a:xfrm>
            <a:off x="1616526" y="11652162"/>
            <a:ext cx="10515600" cy="1631216"/>
          </a:xfrm>
          <a:prstGeom prst="rect">
            <a:avLst/>
          </a:prstGeom>
          <a:solidFill>
            <a:srgbClr val="0F4C81"/>
          </a:solidFill>
        </p:spPr>
        <p:txBody>
          <a:bodyPr wrap="square" rtlCol="0">
            <a:spAutoFit/>
          </a:bodyPr>
          <a:lstStyle/>
          <a:p>
            <a:pPr algn="ctr"/>
            <a:r>
              <a:rPr lang="en-US" sz="10000" dirty="0" smtClean="0">
                <a:solidFill>
                  <a:schemeClr val="bg1"/>
                </a:solidFill>
                <a:latin typeface="Times New Roman" panose="02020603050405020304" pitchFamily="18" charset="0"/>
                <a:cs typeface="Times New Roman" panose="02020603050405020304" pitchFamily="18" charset="0"/>
              </a:rPr>
              <a:t>Problem Statement</a:t>
            </a:r>
            <a:endParaRPr lang="en-US" sz="10000" dirty="0">
              <a:solidFill>
                <a:schemeClr val="bg1"/>
              </a:solidFill>
              <a:latin typeface="Times New Roman" panose="02020603050405020304" pitchFamily="18" charset="0"/>
              <a:cs typeface="Times New Roman" panose="02020603050405020304" pitchFamily="18" charset="0"/>
            </a:endParaRPr>
          </a:p>
        </p:txBody>
      </p:sp>
      <p:sp>
        <p:nvSpPr>
          <p:cNvPr id="20" name="Rectangle 19"/>
          <p:cNvSpPr/>
          <p:nvPr/>
        </p:nvSpPr>
        <p:spPr>
          <a:xfrm>
            <a:off x="-97978" y="22434207"/>
            <a:ext cx="13944606" cy="1061981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4500" dirty="0" smtClean="0">
              <a:solidFill>
                <a:schemeClr val="tx1"/>
              </a:solidFill>
              <a:latin typeface="Times New Roman" panose="02020603050405020304" pitchFamily="18" charset="0"/>
              <a:cs typeface="Times New Roman" panose="02020603050405020304" pitchFamily="18" charset="0"/>
            </a:endParaRPr>
          </a:p>
          <a:p>
            <a:endParaRPr lang="en-US" sz="4500" dirty="0">
              <a:solidFill>
                <a:schemeClr val="tx1"/>
              </a:solidFill>
              <a:latin typeface="Times New Roman" panose="02020603050405020304" pitchFamily="18" charset="0"/>
              <a:cs typeface="Times New Roman" panose="02020603050405020304" pitchFamily="18" charset="0"/>
            </a:endParaRPr>
          </a:p>
          <a:p>
            <a:endParaRPr lang="en-US" sz="4500" dirty="0" smtClean="0">
              <a:solidFill>
                <a:schemeClr val="tx1"/>
              </a:solidFill>
              <a:latin typeface="Times New Roman" panose="02020603050405020304" pitchFamily="18" charset="0"/>
              <a:cs typeface="Times New Roman" panose="02020603050405020304" pitchFamily="18" charset="0"/>
            </a:endParaRPr>
          </a:p>
          <a:p>
            <a:r>
              <a:rPr lang="en-US" sz="4800" dirty="0" smtClean="0">
                <a:solidFill>
                  <a:schemeClr val="tx1"/>
                </a:solidFill>
                <a:latin typeface="Times New Roman" panose="02020603050405020304" pitchFamily="18" charset="0"/>
                <a:cs typeface="Times New Roman" panose="02020603050405020304" pitchFamily="18" charset="0"/>
              </a:rPr>
              <a:t>Develop </a:t>
            </a:r>
            <a:r>
              <a:rPr lang="en-US" sz="4800" dirty="0">
                <a:solidFill>
                  <a:schemeClr val="tx1"/>
                </a:solidFill>
                <a:latin typeface="Times New Roman" panose="02020603050405020304" pitchFamily="18" charset="0"/>
                <a:cs typeface="Times New Roman" panose="02020603050405020304" pitchFamily="18" charset="0"/>
              </a:rPr>
              <a:t>an </a:t>
            </a:r>
            <a:r>
              <a:rPr lang="en-US" sz="4800" b="1" dirty="0">
                <a:solidFill>
                  <a:schemeClr val="tx1"/>
                </a:solidFill>
                <a:latin typeface="Times New Roman" panose="02020603050405020304" pitchFamily="18" charset="0"/>
                <a:cs typeface="Times New Roman" panose="02020603050405020304" pitchFamily="18" charset="0"/>
              </a:rPr>
              <a:t>AI-assisted multi-agent system</a:t>
            </a:r>
            <a:r>
              <a:rPr lang="en-US" sz="4800" dirty="0">
                <a:solidFill>
                  <a:schemeClr val="tx1"/>
                </a:solidFill>
                <a:latin typeface="Times New Roman" panose="02020603050405020304" pitchFamily="18" charset="0"/>
                <a:cs typeface="Times New Roman" panose="02020603050405020304" pitchFamily="18" charset="0"/>
              </a:rPr>
              <a:t> </a:t>
            </a:r>
            <a:r>
              <a:rPr lang="en-US" sz="4800" dirty="0" smtClean="0">
                <a:solidFill>
                  <a:schemeClr val="tx1"/>
                </a:solidFill>
                <a:latin typeface="Times New Roman" panose="02020603050405020304" pitchFamily="18" charset="0"/>
                <a:cs typeface="Times New Roman" panose="02020603050405020304" pitchFamily="18" charset="0"/>
              </a:rPr>
              <a:t>(Advisify) </a:t>
            </a:r>
            <a:r>
              <a:rPr lang="en-US" sz="4800" dirty="0">
                <a:solidFill>
                  <a:schemeClr val="tx1"/>
                </a:solidFill>
                <a:latin typeface="Times New Roman" panose="02020603050405020304" pitchFamily="18" charset="0"/>
                <a:cs typeface="Times New Roman" panose="02020603050405020304" pitchFamily="18" charset="0"/>
              </a:rPr>
              <a:t>to automate BSCS course </a:t>
            </a:r>
            <a:r>
              <a:rPr lang="en-US" sz="4800" dirty="0" smtClean="0">
                <a:solidFill>
                  <a:schemeClr val="tx1"/>
                </a:solidFill>
                <a:latin typeface="Times New Roman" panose="02020603050405020304" pitchFamily="18" charset="0"/>
                <a:cs typeface="Times New Roman" panose="02020603050405020304" pitchFamily="18" charset="0"/>
              </a:rPr>
              <a:t>registration.</a:t>
            </a:r>
          </a:p>
          <a:p>
            <a:r>
              <a:rPr lang="en-US" sz="4800" dirty="0">
                <a:solidFill>
                  <a:schemeClr val="tx1"/>
                </a:solidFill>
                <a:latin typeface="Times New Roman" panose="02020603050405020304" pitchFamily="18" charset="0"/>
                <a:cs typeface="Times New Roman" panose="02020603050405020304" pitchFamily="18" charset="0"/>
              </a:rPr>
              <a:t>	</a:t>
            </a:r>
            <a:r>
              <a:rPr lang="en-US" sz="4800" dirty="0" smtClean="0">
                <a:solidFill>
                  <a:schemeClr val="tx1"/>
                </a:solidFill>
                <a:latin typeface="Times New Roman" panose="02020603050405020304" pitchFamily="18" charset="0"/>
                <a:cs typeface="Times New Roman" panose="02020603050405020304" pitchFamily="18" charset="0"/>
              </a:rPr>
              <a:t>The </a:t>
            </a:r>
            <a:r>
              <a:rPr lang="en-US" sz="4800" dirty="0">
                <a:solidFill>
                  <a:schemeClr val="tx1"/>
                </a:solidFill>
                <a:latin typeface="Times New Roman" panose="02020603050405020304" pitchFamily="18" charset="0"/>
                <a:cs typeface="Times New Roman" panose="02020603050405020304" pitchFamily="18" charset="0"/>
              </a:rPr>
              <a:t>system will</a:t>
            </a:r>
            <a:r>
              <a:rPr lang="en-US" sz="4800" dirty="0" smtClean="0">
                <a:solidFill>
                  <a:schemeClr val="tx1"/>
                </a:solidFill>
                <a:latin typeface="Times New Roman" panose="02020603050405020304" pitchFamily="18" charset="0"/>
                <a:cs typeface="Times New Roman" panose="02020603050405020304" pitchFamily="18" charset="0"/>
              </a:rPr>
              <a:t>:</a:t>
            </a:r>
          </a:p>
          <a:p>
            <a:pPr marL="685800" indent="-685800">
              <a:buFont typeface="Arial" panose="020B0604020202020204" pitchFamily="34" charset="0"/>
              <a:buChar char="•"/>
            </a:pPr>
            <a:r>
              <a:rPr lang="en-US" sz="4800" dirty="0" smtClean="0">
                <a:solidFill>
                  <a:schemeClr val="tx1"/>
                </a:solidFill>
                <a:latin typeface="Times New Roman" panose="02020603050405020304" pitchFamily="18" charset="0"/>
                <a:cs typeface="Times New Roman" panose="02020603050405020304" pitchFamily="18" charset="0"/>
              </a:rPr>
              <a:t>Take </a:t>
            </a:r>
            <a:r>
              <a:rPr lang="en-US" sz="4800" dirty="0">
                <a:solidFill>
                  <a:schemeClr val="tx1"/>
                </a:solidFill>
                <a:latin typeface="Times New Roman" panose="02020603050405020304" pitchFamily="18" charset="0"/>
                <a:cs typeface="Times New Roman" panose="02020603050405020304" pitchFamily="18" charset="0"/>
              </a:rPr>
              <a:t>students’ transcript CSVs as input.</a:t>
            </a:r>
          </a:p>
          <a:p>
            <a:pPr marL="685800" indent="-685800">
              <a:buFont typeface="Arial" panose="020B0604020202020204" pitchFamily="34" charset="0"/>
              <a:buChar char="•"/>
            </a:pPr>
            <a:r>
              <a:rPr lang="en-US" sz="4800" dirty="0">
                <a:solidFill>
                  <a:schemeClr val="tx1"/>
                </a:solidFill>
                <a:latin typeface="Times New Roman" panose="02020603050405020304" pitchFamily="18" charset="0"/>
                <a:cs typeface="Times New Roman" panose="02020603050405020304" pitchFamily="18" charset="0"/>
              </a:rPr>
              <a:t>Detect advisory cases by analyzing failed courses and missing prerequisites.</a:t>
            </a:r>
          </a:p>
          <a:p>
            <a:pPr marL="685800" indent="-685800">
              <a:buFont typeface="Arial" panose="020B0604020202020204" pitchFamily="34" charset="0"/>
              <a:buChar char="•"/>
            </a:pPr>
            <a:r>
              <a:rPr lang="en-US" sz="4800" dirty="0">
                <a:solidFill>
                  <a:schemeClr val="tx1"/>
                </a:solidFill>
                <a:latin typeface="Times New Roman" panose="02020603050405020304" pitchFamily="18" charset="0"/>
                <a:cs typeface="Times New Roman" panose="02020603050405020304" pitchFamily="18" charset="0"/>
              </a:rPr>
              <a:t>Prioritize failed and core courses, while respecting credit limits.</a:t>
            </a:r>
          </a:p>
          <a:p>
            <a:pPr marL="685800" indent="-685800">
              <a:buFont typeface="Arial" panose="020B0604020202020204" pitchFamily="34" charset="0"/>
              <a:buChar char="•"/>
            </a:pPr>
            <a:r>
              <a:rPr lang="en-US" sz="4800" dirty="0">
                <a:solidFill>
                  <a:schemeClr val="tx1"/>
                </a:solidFill>
                <a:latin typeface="Times New Roman" panose="02020603050405020304" pitchFamily="18" charset="0"/>
                <a:cs typeface="Times New Roman" panose="02020603050405020304" pitchFamily="18" charset="0"/>
              </a:rPr>
              <a:t>Automatically assign semester-wise courses and generate clash-free timetables.</a:t>
            </a:r>
          </a:p>
          <a:p>
            <a:pPr marL="685800" indent="-685800">
              <a:buFont typeface="Arial" panose="020B0604020202020204" pitchFamily="34" charset="0"/>
              <a:buChar char="•"/>
            </a:pPr>
            <a:r>
              <a:rPr lang="en-US" sz="4800" dirty="0">
                <a:solidFill>
                  <a:schemeClr val="tx1"/>
                </a:solidFill>
                <a:latin typeface="Times New Roman" panose="02020603050405020304" pitchFamily="18" charset="0"/>
                <a:cs typeface="Times New Roman" panose="02020603050405020304" pitchFamily="18" charset="0"/>
              </a:rPr>
              <a:t>Store results in a PostgreSQL database and provide an admin frontend for uploads and reports</a:t>
            </a:r>
            <a:r>
              <a:rPr lang="en-US" sz="4800" dirty="0" smtClean="0">
                <a:solidFill>
                  <a:schemeClr val="tx1"/>
                </a:solidFill>
                <a:latin typeface="Times New Roman" panose="02020603050405020304" pitchFamily="18" charset="0"/>
                <a:cs typeface="Times New Roman" panose="02020603050405020304" pitchFamily="18" charset="0"/>
              </a:rPr>
              <a:t>.</a:t>
            </a:r>
          </a:p>
          <a:p>
            <a:endParaRPr lang="en-US" sz="4800" dirty="0">
              <a:solidFill>
                <a:schemeClr val="tx1"/>
              </a:solidFill>
              <a:latin typeface="Times New Roman" panose="02020603050405020304" pitchFamily="18" charset="0"/>
              <a:cs typeface="Times New Roman" panose="02020603050405020304" pitchFamily="18" charset="0"/>
            </a:endParaRPr>
          </a:p>
        </p:txBody>
      </p:sp>
      <p:sp>
        <p:nvSpPr>
          <p:cNvPr id="22" name="Rectangle 21"/>
          <p:cNvSpPr/>
          <p:nvPr/>
        </p:nvSpPr>
        <p:spPr>
          <a:xfrm>
            <a:off x="-97978" y="33307339"/>
            <a:ext cx="13944606" cy="1061981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4500" dirty="0" smtClean="0"/>
          </a:p>
          <a:p>
            <a:endParaRPr lang="en-US" sz="4500" dirty="0"/>
          </a:p>
          <a:p>
            <a:endParaRPr lang="en-US" sz="4500" dirty="0" smtClean="0"/>
          </a:p>
        </p:txBody>
      </p:sp>
      <p:sp>
        <p:nvSpPr>
          <p:cNvPr id="24" name="Rectangle 23"/>
          <p:cNvSpPr/>
          <p:nvPr/>
        </p:nvSpPr>
        <p:spPr>
          <a:xfrm>
            <a:off x="-97978" y="35041189"/>
            <a:ext cx="13944606" cy="8885962"/>
          </a:xfrm>
          <a:prstGeom prst="rect">
            <a:avLst/>
          </a:prstGeom>
          <a:blipFill dpi="0" rotWithShape="1">
            <a:blip r:embed="rId3">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p:cNvSpPr/>
          <p:nvPr/>
        </p:nvSpPr>
        <p:spPr>
          <a:xfrm>
            <a:off x="14303829" y="11652162"/>
            <a:ext cx="14630400" cy="1389267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4500" dirty="0" smtClean="0">
              <a:solidFill>
                <a:schemeClr val="tx1"/>
              </a:solidFill>
            </a:endParaRPr>
          </a:p>
          <a:p>
            <a:endParaRPr lang="en-US" sz="4500" dirty="0">
              <a:solidFill>
                <a:schemeClr val="tx1"/>
              </a:solidFill>
            </a:endParaRPr>
          </a:p>
          <a:p>
            <a:endParaRPr lang="en-US" sz="4500" dirty="0" smtClean="0">
              <a:solidFill>
                <a:schemeClr val="tx1"/>
              </a:solidFill>
            </a:endParaRPr>
          </a:p>
        </p:txBody>
      </p:sp>
      <p:sp>
        <p:nvSpPr>
          <p:cNvPr id="28" name="Rectangle 27"/>
          <p:cNvSpPr/>
          <p:nvPr/>
        </p:nvSpPr>
        <p:spPr>
          <a:xfrm>
            <a:off x="14478927" y="14209930"/>
            <a:ext cx="5470075" cy="3206272"/>
          </a:xfrm>
          <a:prstGeom prst="rect">
            <a:avLst/>
          </a:prstGeom>
          <a:blipFill dpi="0" rotWithShape="1">
            <a:blip r:embed="rId4">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TextBox 29"/>
          <p:cNvSpPr txBox="1"/>
          <p:nvPr/>
        </p:nvSpPr>
        <p:spPr>
          <a:xfrm>
            <a:off x="15881275" y="13619981"/>
            <a:ext cx="2665378" cy="553998"/>
          </a:xfrm>
          <a:prstGeom prst="rect">
            <a:avLst/>
          </a:prstGeom>
          <a:noFill/>
        </p:spPr>
        <p:txBody>
          <a:bodyPr wrap="square" rtlCol="0">
            <a:spAutoFit/>
          </a:bodyPr>
          <a:lstStyle/>
          <a:p>
            <a:r>
              <a:rPr lang="en-US" sz="3000" dirty="0" smtClean="0"/>
              <a:t>Login Interface</a:t>
            </a:r>
            <a:endParaRPr lang="en-US" sz="3000" dirty="0"/>
          </a:p>
        </p:txBody>
      </p:sp>
      <p:sp>
        <p:nvSpPr>
          <p:cNvPr id="31" name="Rectangle 30"/>
          <p:cNvSpPr/>
          <p:nvPr/>
        </p:nvSpPr>
        <p:spPr>
          <a:xfrm>
            <a:off x="14478927" y="18131952"/>
            <a:ext cx="5470075" cy="3206272"/>
          </a:xfrm>
          <a:prstGeom prst="rect">
            <a:avLst/>
          </a:prstGeom>
          <a:blipFill dpi="0" rotWithShape="1">
            <a:blip r:embed="rId5">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TextBox 33"/>
          <p:cNvSpPr txBox="1"/>
          <p:nvPr/>
        </p:nvSpPr>
        <p:spPr>
          <a:xfrm>
            <a:off x="15881275" y="17634961"/>
            <a:ext cx="2665378" cy="553998"/>
          </a:xfrm>
          <a:prstGeom prst="rect">
            <a:avLst/>
          </a:prstGeom>
          <a:noFill/>
        </p:spPr>
        <p:txBody>
          <a:bodyPr wrap="square" rtlCol="0">
            <a:spAutoFit/>
          </a:bodyPr>
          <a:lstStyle/>
          <a:p>
            <a:r>
              <a:rPr lang="en-US" sz="3000" dirty="0" smtClean="0"/>
              <a:t>Dashboard</a:t>
            </a:r>
            <a:endParaRPr lang="en-US" sz="3000" dirty="0"/>
          </a:p>
        </p:txBody>
      </p:sp>
      <p:sp>
        <p:nvSpPr>
          <p:cNvPr id="35" name="Rectangle 34"/>
          <p:cNvSpPr/>
          <p:nvPr/>
        </p:nvSpPr>
        <p:spPr>
          <a:xfrm>
            <a:off x="21831011" y="14183786"/>
            <a:ext cx="5470075" cy="3206272"/>
          </a:xfrm>
          <a:prstGeom prst="rect">
            <a:avLst/>
          </a:prstGeom>
          <a:blipFill dpi="0" rotWithShape="1">
            <a:blip r:embed="rId6">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Rectangle 35"/>
          <p:cNvSpPr/>
          <p:nvPr/>
        </p:nvSpPr>
        <p:spPr>
          <a:xfrm>
            <a:off x="21843748" y="18160112"/>
            <a:ext cx="5398339" cy="3260497"/>
          </a:xfrm>
          <a:prstGeom prst="rect">
            <a:avLst/>
          </a:prstGeom>
          <a:blipFill dpi="0" rotWithShape="1">
            <a:blip r:embed="rId7">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TextBox 36"/>
          <p:cNvSpPr txBox="1"/>
          <p:nvPr/>
        </p:nvSpPr>
        <p:spPr>
          <a:xfrm>
            <a:off x="23036716" y="17470934"/>
            <a:ext cx="3388370" cy="553998"/>
          </a:xfrm>
          <a:prstGeom prst="rect">
            <a:avLst/>
          </a:prstGeom>
          <a:noFill/>
        </p:spPr>
        <p:txBody>
          <a:bodyPr wrap="square" rtlCol="0">
            <a:spAutoFit/>
          </a:bodyPr>
          <a:lstStyle/>
          <a:p>
            <a:r>
              <a:rPr lang="en-US" sz="3000" dirty="0" smtClean="0"/>
              <a:t>Upload Data - CSV</a:t>
            </a:r>
            <a:endParaRPr lang="en-US" sz="3000" dirty="0"/>
          </a:p>
        </p:txBody>
      </p:sp>
      <p:sp>
        <p:nvSpPr>
          <p:cNvPr id="38" name="TextBox 37"/>
          <p:cNvSpPr txBox="1"/>
          <p:nvPr/>
        </p:nvSpPr>
        <p:spPr>
          <a:xfrm>
            <a:off x="22810218" y="13601707"/>
            <a:ext cx="3323834" cy="553998"/>
          </a:xfrm>
          <a:prstGeom prst="rect">
            <a:avLst/>
          </a:prstGeom>
          <a:noFill/>
        </p:spPr>
        <p:txBody>
          <a:bodyPr wrap="square" rtlCol="0">
            <a:spAutoFit/>
          </a:bodyPr>
          <a:lstStyle/>
          <a:p>
            <a:r>
              <a:rPr lang="en-US" sz="3000" dirty="0" smtClean="0"/>
              <a:t>Run Automation</a:t>
            </a:r>
            <a:endParaRPr lang="en-US" sz="3000" dirty="0"/>
          </a:p>
        </p:txBody>
      </p:sp>
      <p:sp>
        <p:nvSpPr>
          <p:cNvPr id="39" name="Rectangle 38"/>
          <p:cNvSpPr/>
          <p:nvPr/>
        </p:nvSpPr>
        <p:spPr>
          <a:xfrm>
            <a:off x="14478927" y="21945600"/>
            <a:ext cx="5470075" cy="3206272"/>
          </a:xfrm>
          <a:prstGeom prst="rect">
            <a:avLst/>
          </a:prstGeom>
          <a:blipFill dpi="0" rotWithShape="1">
            <a:blip r:embed="rId8" cstate="print">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TextBox 39"/>
          <p:cNvSpPr txBox="1"/>
          <p:nvPr/>
        </p:nvSpPr>
        <p:spPr>
          <a:xfrm>
            <a:off x="16092159" y="21420609"/>
            <a:ext cx="2665378" cy="553998"/>
          </a:xfrm>
          <a:prstGeom prst="rect">
            <a:avLst/>
          </a:prstGeom>
          <a:noFill/>
        </p:spPr>
        <p:txBody>
          <a:bodyPr wrap="square" rtlCol="0">
            <a:spAutoFit/>
          </a:bodyPr>
          <a:lstStyle/>
          <a:p>
            <a:r>
              <a:rPr lang="en-US" sz="3000" dirty="0" smtClean="0"/>
              <a:t>Reports</a:t>
            </a:r>
            <a:endParaRPr lang="en-US" sz="3000" dirty="0"/>
          </a:p>
        </p:txBody>
      </p:sp>
      <p:sp>
        <p:nvSpPr>
          <p:cNvPr id="41" name="Rectangle 40"/>
          <p:cNvSpPr/>
          <p:nvPr/>
        </p:nvSpPr>
        <p:spPr>
          <a:xfrm>
            <a:off x="21735679" y="21974607"/>
            <a:ext cx="5541812" cy="3260772"/>
          </a:xfrm>
          <a:prstGeom prst="rect">
            <a:avLst/>
          </a:prstGeom>
          <a:blipFill dpi="0" rotWithShape="1">
            <a:blip r:embed="rId9">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TextBox 41"/>
          <p:cNvSpPr txBox="1"/>
          <p:nvPr/>
        </p:nvSpPr>
        <p:spPr>
          <a:xfrm>
            <a:off x="23489174" y="21475109"/>
            <a:ext cx="2665378" cy="553998"/>
          </a:xfrm>
          <a:prstGeom prst="rect">
            <a:avLst/>
          </a:prstGeom>
          <a:noFill/>
        </p:spPr>
        <p:txBody>
          <a:bodyPr wrap="square" rtlCol="0">
            <a:spAutoFit/>
          </a:bodyPr>
          <a:lstStyle/>
          <a:p>
            <a:r>
              <a:rPr lang="en-US" sz="3000" dirty="0" smtClean="0"/>
              <a:t>Timetable</a:t>
            </a:r>
            <a:endParaRPr lang="en-US" sz="3000" dirty="0"/>
          </a:p>
        </p:txBody>
      </p:sp>
      <p:sp>
        <p:nvSpPr>
          <p:cNvPr id="43" name="Rectangle 42"/>
          <p:cNvSpPr/>
          <p:nvPr/>
        </p:nvSpPr>
        <p:spPr>
          <a:xfrm>
            <a:off x="14390031" y="26260584"/>
            <a:ext cx="15464971" cy="802970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0" dirty="0">
              <a:solidFill>
                <a:schemeClr val="tx1"/>
              </a:solidFill>
            </a:endParaRPr>
          </a:p>
        </p:txBody>
      </p:sp>
      <p:sp>
        <p:nvSpPr>
          <p:cNvPr id="46" name="Rectangle 45"/>
          <p:cNvSpPr/>
          <p:nvPr/>
        </p:nvSpPr>
        <p:spPr>
          <a:xfrm>
            <a:off x="14303829" y="34501090"/>
            <a:ext cx="15464971" cy="940808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4800" dirty="0" smtClean="0"/>
          </a:p>
          <a:p>
            <a:endParaRPr lang="en-US" sz="4800" dirty="0"/>
          </a:p>
          <a:p>
            <a:r>
              <a:rPr lang="en-US" sz="4800" dirty="0" smtClean="0">
                <a:solidFill>
                  <a:schemeClr val="tx1"/>
                </a:solidFill>
                <a:latin typeface="Times New Roman" panose="02020603050405020304" pitchFamily="18" charset="0"/>
                <a:cs typeface="Times New Roman" panose="02020603050405020304" pitchFamily="18" charset="0"/>
              </a:rPr>
              <a:t>The </a:t>
            </a:r>
            <a:r>
              <a:rPr lang="en-US" sz="4800" dirty="0">
                <a:solidFill>
                  <a:schemeClr val="tx1"/>
                </a:solidFill>
                <a:latin typeface="Times New Roman" panose="02020603050405020304" pitchFamily="18" charset="0"/>
                <a:cs typeface="Times New Roman" panose="02020603050405020304" pitchFamily="18" charset="0"/>
              </a:rPr>
              <a:t>anticipated results demonstrate that Advisify </a:t>
            </a:r>
            <a:r>
              <a:rPr lang="en-US" sz="4800" dirty="0" smtClean="0">
                <a:solidFill>
                  <a:schemeClr val="tx1"/>
                </a:solidFill>
                <a:latin typeface="Times New Roman" panose="02020603050405020304" pitchFamily="18" charset="0"/>
                <a:cs typeface="Times New Roman" panose="02020603050405020304" pitchFamily="18" charset="0"/>
              </a:rPr>
              <a:t>successfully </a:t>
            </a:r>
            <a:r>
              <a:rPr lang="en-US" sz="4800" dirty="0">
                <a:solidFill>
                  <a:schemeClr val="tx1"/>
                </a:solidFill>
                <a:latin typeface="Times New Roman" panose="02020603050405020304" pitchFamily="18" charset="0"/>
                <a:cs typeface="Times New Roman" panose="02020603050405020304" pitchFamily="18" charset="0"/>
              </a:rPr>
              <a:t>automates the course registration process, reducing manual workload for administrators while ensuring accuracy and compliance with academic rules. The system identifies advisory students, prioritizes failed courses, enforces prerequisites, and generates optimized, clash-free timetables. With a centralized database, administrators can efficiently manage student registrations, view detailed course assignments, and produce actionable reports.</a:t>
            </a:r>
            <a:endParaRPr lang="en-US" sz="4500" dirty="0">
              <a:solidFill>
                <a:schemeClr val="tx1"/>
              </a:solidFill>
              <a:latin typeface="Times New Roman" panose="02020603050405020304" pitchFamily="18" charset="0"/>
              <a:cs typeface="Times New Roman" panose="02020603050405020304" pitchFamily="18" charset="0"/>
            </a:endParaRPr>
          </a:p>
        </p:txBody>
      </p:sp>
      <p:sp>
        <p:nvSpPr>
          <p:cNvPr id="48" name="Oval 47"/>
          <p:cNvSpPr/>
          <p:nvPr/>
        </p:nvSpPr>
        <p:spPr>
          <a:xfrm>
            <a:off x="15005261" y="28409806"/>
            <a:ext cx="2173796" cy="1884674"/>
          </a:xfrm>
          <a:prstGeom prst="ellipse">
            <a:avLst/>
          </a:prstGeom>
          <a:blipFill dpi="0" rotWithShape="1">
            <a:blip r:embed="rId10">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p:cNvSpPr/>
          <p:nvPr/>
        </p:nvSpPr>
        <p:spPr>
          <a:xfrm>
            <a:off x="18165276" y="31599001"/>
            <a:ext cx="2173796" cy="1884674"/>
          </a:xfrm>
          <a:prstGeom prst="ellipse">
            <a:avLst/>
          </a:prstGeom>
          <a:blipFill dpi="0" rotWithShape="1">
            <a:blip r:embed="rId11">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p:cNvSpPr/>
          <p:nvPr/>
        </p:nvSpPr>
        <p:spPr>
          <a:xfrm>
            <a:off x="22001897" y="28453469"/>
            <a:ext cx="2370002" cy="1884674"/>
          </a:xfrm>
          <a:prstGeom prst="ellipse">
            <a:avLst/>
          </a:prstGeom>
          <a:blipFill dpi="0" rotWithShape="1">
            <a:blip r:embed="rId12">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p:cNvSpPr/>
          <p:nvPr/>
        </p:nvSpPr>
        <p:spPr>
          <a:xfrm>
            <a:off x="26034724" y="28387098"/>
            <a:ext cx="2370002" cy="1884674"/>
          </a:xfrm>
          <a:prstGeom prst="ellipse">
            <a:avLst/>
          </a:prstGeom>
          <a:blipFill dpi="0" rotWithShape="1">
            <a:blip r:embed="rId13">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p:cNvSpPr/>
          <p:nvPr/>
        </p:nvSpPr>
        <p:spPr>
          <a:xfrm>
            <a:off x="14958664" y="31579233"/>
            <a:ext cx="2173796" cy="1884674"/>
          </a:xfrm>
          <a:prstGeom prst="ellipse">
            <a:avLst/>
          </a:prstGeom>
          <a:blipFill dpi="0" rotWithShape="1">
            <a:blip r:embed="rId14">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p:cNvSpPr/>
          <p:nvPr/>
        </p:nvSpPr>
        <p:spPr>
          <a:xfrm>
            <a:off x="18165276" y="28369434"/>
            <a:ext cx="2173796" cy="1884674"/>
          </a:xfrm>
          <a:prstGeom prst="ellipse">
            <a:avLst/>
          </a:prstGeom>
          <a:blipFill dpi="0" rotWithShape="1">
            <a:blip r:embed="rId15">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p:cNvSpPr/>
          <p:nvPr/>
        </p:nvSpPr>
        <p:spPr>
          <a:xfrm>
            <a:off x="21714878" y="31299279"/>
            <a:ext cx="2657021" cy="2207706"/>
          </a:xfrm>
          <a:prstGeom prst="ellipse">
            <a:avLst/>
          </a:prstGeom>
          <a:blipFill dpi="0" rotWithShape="1">
            <a:blip r:embed="rId16">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p:cNvSpPr/>
          <p:nvPr/>
        </p:nvSpPr>
        <p:spPr>
          <a:xfrm>
            <a:off x="25972576" y="31417717"/>
            <a:ext cx="2657021" cy="2207706"/>
          </a:xfrm>
          <a:prstGeom prst="ellipse">
            <a:avLst/>
          </a:prstGeom>
          <a:blipFill dpi="0" rotWithShape="1">
            <a:blip r:embed="rId17" cstate="print">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TextBox 44"/>
          <p:cNvSpPr txBox="1"/>
          <p:nvPr/>
        </p:nvSpPr>
        <p:spPr>
          <a:xfrm>
            <a:off x="16233653" y="11624386"/>
            <a:ext cx="10515600" cy="1631216"/>
          </a:xfrm>
          <a:prstGeom prst="rect">
            <a:avLst/>
          </a:prstGeom>
          <a:solidFill>
            <a:srgbClr val="0F4C81"/>
          </a:solidFill>
        </p:spPr>
        <p:txBody>
          <a:bodyPr wrap="square" rtlCol="0">
            <a:spAutoFit/>
          </a:bodyPr>
          <a:lstStyle/>
          <a:p>
            <a:pPr algn="ctr"/>
            <a:r>
              <a:rPr lang="en-US" sz="10000" dirty="0" smtClean="0">
                <a:solidFill>
                  <a:schemeClr val="bg1"/>
                </a:solidFill>
                <a:latin typeface="Times New Roman" panose="02020603050405020304" pitchFamily="18" charset="0"/>
                <a:cs typeface="Times New Roman" panose="02020603050405020304" pitchFamily="18" charset="0"/>
              </a:rPr>
              <a:t>Result</a:t>
            </a:r>
            <a:endParaRPr lang="en-US" sz="10000" dirty="0">
              <a:solidFill>
                <a:schemeClr val="bg1"/>
              </a:solidFill>
              <a:latin typeface="Times New Roman" panose="02020603050405020304" pitchFamily="18" charset="0"/>
              <a:cs typeface="Times New Roman" panose="02020603050405020304" pitchFamily="18" charset="0"/>
            </a:endParaRPr>
          </a:p>
        </p:txBody>
      </p:sp>
      <p:sp>
        <p:nvSpPr>
          <p:cNvPr id="59" name="TextBox 58"/>
          <p:cNvSpPr txBox="1"/>
          <p:nvPr/>
        </p:nvSpPr>
        <p:spPr>
          <a:xfrm>
            <a:off x="1371598" y="22460386"/>
            <a:ext cx="10515600" cy="1631216"/>
          </a:xfrm>
          <a:prstGeom prst="rect">
            <a:avLst/>
          </a:prstGeom>
          <a:solidFill>
            <a:srgbClr val="0F4C81"/>
          </a:solidFill>
        </p:spPr>
        <p:txBody>
          <a:bodyPr wrap="square" rtlCol="0">
            <a:spAutoFit/>
          </a:bodyPr>
          <a:lstStyle/>
          <a:p>
            <a:pPr algn="ctr"/>
            <a:r>
              <a:rPr lang="en-US" sz="10000" dirty="0" smtClean="0">
                <a:solidFill>
                  <a:schemeClr val="bg1"/>
                </a:solidFill>
                <a:latin typeface="Times New Roman" panose="02020603050405020304" pitchFamily="18" charset="0"/>
                <a:cs typeface="Times New Roman" panose="02020603050405020304" pitchFamily="18" charset="0"/>
              </a:rPr>
              <a:t>Solution</a:t>
            </a:r>
            <a:endParaRPr lang="en-US" sz="10000" dirty="0">
              <a:solidFill>
                <a:schemeClr val="bg1"/>
              </a:solidFill>
              <a:latin typeface="Times New Roman" panose="02020603050405020304" pitchFamily="18" charset="0"/>
              <a:cs typeface="Times New Roman" panose="02020603050405020304" pitchFamily="18" charset="0"/>
            </a:endParaRPr>
          </a:p>
        </p:txBody>
      </p:sp>
      <p:sp>
        <p:nvSpPr>
          <p:cNvPr id="61" name="TextBox 60"/>
          <p:cNvSpPr txBox="1"/>
          <p:nvPr/>
        </p:nvSpPr>
        <p:spPr>
          <a:xfrm>
            <a:off x="16704125" y="26269073"/>
            <a:ext cx="11198701" cy="1631216"/>
          </a:xfrm>
          <a:prstGeom prst="rect">
            <a:avLst/>
          </a:prstGeom>
          <a:solidFill>
            <a:srgbClr val="0F4C81"/>
          </a:solidFill>
        </p:spPr>
        <p:txBody>
          <a:bodyPr wrap="square" rtlCol="0">
            <a:spAutoFit/>
          </a:bodyPr>
          <a:lstStyle/>
          <a:p>
            <a:pPr algn="ctr"/>
            <a:r>
              <a:rPr lang="en-US" sz="10000" dirty="0" smtClean="0">
                <a:solidFill>
                  <a:schemeClr val="bg1"/>
                </a:solidFill>
                <a:latin typeface="Times New Roman" panose="02020603050405020304" pitchFamily="18" charset="0"/>
                <a:cs typeface="Times New Roman" panose="02020603050405020304" pitchFamily="18" charset="0"/>
              </a:rPr>
              <a:t>Tool &amp; Technologies</a:t>
            </a:r>
            <a:endParaRPr lang="en-US" sz="10000" dirty="0">
              <a:solidFill>
                <a:schemeClr val="bg1"/>
              </a:solidFill>
              <a:latin typeface="Times New Roman" panose="02020603050405020304" pitchFamily="18" charset="0"/>
              <a:cs typeface="Times New Roman" panose="02020603050405020304" pitchFamily="18" charset="0"/>
            </a:endParaRPr>
          </a:p>
        </p:txBody>
      </p:sp>
      <p:sp>
        <p:nvSpPr>
          <p:cNvPr id="62" name="TextBox 61"/>
          <p:cNvSpPr txBox="1"/>
          <p:nvPr/>
        </p:nvSpPr>
        <p:spPr>
          <a:xfrm>
            <a:off x="17045675" y="34533820"/>
            <a:ext cx="10515600" cy="1631216"/>
          </a:xfrm>
          <a:prstGeom prst="rect">
            <a:avLst/>
          </a:prstGeom>
          <a:solidFill>
            <a:srgbClr val="0F4C81"/>
          </a:solidFill>
        </p:spPr>
        <p:txBody>
          <a:bodyPr wrap="square" rtlCol="0">
            <a:spAutoFit/>
          </a:bodyPr>
          <a:lstStyle/>
          <a:p>
            <a:pPr algn="ctr"/>
            <a:r>
              <a:rPr lang="en-US" sz="10000" dirty="0" smtClean="0">
                <a:solidFill>
                  <a:schemeClr val="bg1"/>
                </a:solidFill>
                <a:latin typeface="Times New Roman" panose="02020603050405020304" pitchFamily="18" charset="0"/>
                <a:cs typeface="Times New Roman" panose="02020603050405020304" pitchFamily="18" charset="0"/>
              </a:rPr>
              <a:t>Conclusion</a:t>
            </a:r>
            <a:endParaRPr lang="en-US" sz="10000" dirty="0">
              <a:solidFill>
                <a:schemeClr val="bg1"/>
              </a:solidFill>
              <a:latin typeface="Times New Roman" panose="02020603050405020304" pitchFamily="18" charset="0"/>
              <a:cs typeface="Times New Roman" panose="02020603050405020304" pitchFamily="18" charset="0"/>
            </a:endParaRPr>
          </a:p>
        </p:txBody>
      </p:sp>
      <p:sp>
        <p:nvSpPr>
          <p:cNvPr id="63" name="TextBox 62"/>
          <p:cNvSpPr txBox="1"/>
          <p:nvPr/>
        </p:nvSpPr>
        <p:spPr>
          <a:xfrm>
            <a:off x="1315702" y="33328242"/>
            <a:ext cx="10515600" cy="1631216"/>
          </a:xfrm>
          <a:prstGeom prst="rect">
            <a:avLst/>
          </a:prstGeom>
          <a:solidFill>
            <a:srgbClr val="0F4C81"/>
          </a:solidFill>
        </p:spPr>
        <p:txBody>
          <a:bodyPr wrap="square" rtlCol="0">
            <a:spAutoFit/>
          </a:bodyPr>
          <a:lstStyle/>
          <a:p>
            <a:pPr algn="ctr"/>
            <a:r>
              <a:rPr lang="en-US" sz="10000" dirty="0" smtClean="0">
                <a:solidFill>
                  <a:schemeClr val="bg1"/>
                </a:solidFill>
                <a:latin typeface="Times New Roman" panose="02020603050405020304" pitchFamily="18" charset="0"/>
                <a:cs typeface="Times New Roman" panose="02020603050405020304" pitchFamily="18" charset="0"/>
              </a:rPr>
              <a:t>Methodology</a:t>
            </a:r>
            <a:endParaRPr lang="en-US" sz="100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282984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203</TotalTime>
  <Words>200</Words>
  <Application>Microsoft Office PowerPoint</Application>
  <PresentationFormat>Custom</PresentationFormat>
  <Paragraphs>37</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Calibri Light</vt:lpstr>
      <vt:lpstr>Times New Roman</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Babloo</dc:creator>
  <cp:lastModifiedBy>Babloo</cp:lastModifiedBy>
  <cp:revision>36</cp:revision>
  <dcterms:created xsi:type="dcterms:W3CDTF">2025-12-10T10:31:04Z</dcterms:created>
  <dcterms:modified xsi:type="dcterms:W3CDTF">2025-12-10T15:14:20Z</dcterms:modified>
</cp:coreProperties>
</file>